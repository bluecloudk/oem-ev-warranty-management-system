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notesMasterIdLst>
    <p:notesMasterId r:id="rId15"/>
  </p:notesMasterIdLst>
  <p:sldIdLst>
    <p:sldId id="256" r:id="rId2"/>
    <p:sldId id="258" r:id="rId3"/>
    <p:sldId id="257" r:id="rId4"/>
    <p:sldId id="259" r:id="rId5"/>
    <p:sldId id="315" r:id="rId6"/>
    <p:sldId id="316" r:id="rId7"/>
    <p:sldId id="317" r:id="rId8"/>
    <p:sldId id="260" r:id="rId9"/>
    <p:sldId id="314" r:id="rId10"/>
    <p:sldId id="261" r:id="rId11"/>
    <p:sldId id="318" r:id="rId12"/>
    <p:sldId id="319" r:id="rId13"/>
    <p:sldId id="320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AAF48"/>
    <a:srgbClr val="0061AF"/>
    <a:srgbClr val="F26F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87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16DE6C-58E7-49B7-A19A-B882D97DAD9D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96C959-4237-4194-8BF3-CB687C0260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1918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96C959-4237-4194-8BF3-CB687C02602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265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96C959-4237-4194-8BF3-CB687C02602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21834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CAFE76-DA2A-2F4D-5F92-EABA8EA154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E335CB-BECF-3D14-C30C-0752E7E090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27A069-CFE7-14DC-7333-D5F5AC9EE6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AA49CD-F443-7F44-4945-81835737F2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96C959-4237-4194-8BF3-CB687C02602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829045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96C959-4237-4194-8BF3-CB687C02602E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42133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06B40E-1490-4647-A360-05E8B83A58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3149FAA-CFFD-A0FF-CE58-352834F56E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6FE696-7C9A-4145-C222-B1DB66417D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28103B-5671-ED73-2E29-BAE255E756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96C959-4237-4194-8BF3-CB687C02602E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5806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A70C2D-C733-7317-293F-E08C349BB9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AD7A01B-240F-751C-818F-03A118454A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B82932A-5CCD-4DA0-746C-84CD16A5DD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FFC59E-2E08-B85A-A21A-221EF4C3B9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96C959-4237-4194-8BF3-CB687C02602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87615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F347E5-0A31-CAA8-F62D-CE18201C63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BC8CDB-811E-BBDE-F40C-19FC29C486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1529C8A-D1BF-A655-3825-702DC3EBED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65262B-36DF-E97A-5821-E506EB40FC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96C959-4237-4194-8BF3-CB687C02602E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767355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96C959-4237-4194-8BF3-CB687C02602E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692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F33D77-FD80-2837-89BA-FEB9DFDA61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04322C-AEDA-9F17-56C9-C8752DCCE1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B1BEBB1-6271-FBDD-9DA9-09D4E94589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49A0DF-BCE3-4350-FFF0-2C36566032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96C959-4237-4194-8BF3-CB687C02602E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149187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6BBE9D-FB2F-D7B8-40A7-68BC18C66F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3A4350-247B-477B-CD4D-3CC95486C8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9BD920-526A-F761-9A00-BEE76257E3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0FB2B1-1A43-B49E-719F-605A4ADB0D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96C959-4237-4194-8BF3-CB687C02602E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0508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6C05C3-E067-59B1-6B98-DB7F1DBA1A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873E4A-167B-E325-928E-954C1A4F0B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4BC670-54F1-BE52-78DB-3432C1C163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B1BF45-1E22-2A8A-F6A9-02DE2B6FF3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96C959-4237-4194-8BF3-CB687C02602E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12116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29493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44046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5258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24818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11/11/2025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11181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11/11/2025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8899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11/11/2025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00125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14738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2682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23302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41158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89762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79" r:id="rId6"/>
    <p:sldLayoutId id="2147483675" r:id="rId7"/>
    <p:sldLayoutId id="2147483676" r:id="rId8"/>
    <p:sldLayoutId id="2147483677" r:id="rId9"/>
    <p:sldLayoutId id="2147483678" r:id="rId10"/>
    <p:sldLayoutId id="2147483680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9.svg"/><Relationship Id="rId3" Type="http://schemas.openxmlformats.org/officeDocument/2006/relationships/image" Target="../media/image1.jpg"/><Relationship Id="rId7" Type="http://schemas.microsoft.com/office/2007/relationships/hdphoto" Target="../media/hdphoto1.wdp"/><Relationship Id="rId12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7.svg"/><Relationship Id="rId5" Type="http://schemas.openxmlformats.org/officeDocument/2006/relationships/image" Target="../media/image3.svg"/><Relationship Id="rId15" Type="http://schemas.openxmlformats.org/officeDocument/2006/relationships/image" Target="../media/image11.svg"/><Relationship Id="rId10" Type="http://schemas.openxmlformats.org/officeDocument/2006/relationships/image" Target="../media/image6.png"/><Relationship Id="rId4" Type="http://schemas.openxmlformats.org/officeDocument/2006/relationships/image" Target="../media/image2.png"/><Relationship Id="rId9" Type="http://schemas.microsoft.com/office/2007/relationships/hdphoto" Target="../media/hdphoto2.wdp"/><Relationship Id="rId1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4AC60E-3961-04D8-67D3-826A047F57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7293956" cy="2757495"/>
          </a:xfrm>
        </p:spPr>
        <p:txBody>
          <a:bodyPr anchor="t">
            <a:normAutofit/>
          </a:bodyPr>
          <a:lstStyle/>
          <a:p>
            <a:r>
              <a:rPr lang="en-US" sz="6100" b="1"/>
              <a:t>OEM EV Warranty Management System</a:t>
            </a:r>
            <a:endParaRPr lang="en-US" sz="610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FF4FD0-0CB2-5549-196F-02E807983F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806609" cy="1315690"/>
          </a:xfrm>
        </p:spPr>
        <p:txBody>
          <a:bodyPr anchor="b">
            <a:normAutofit/>
          </a:bodyPr>
          <a:lstStyle/>
          <a:p>
            <a:r>
              <a:rPr lang="en-US" sz="2000"/>
              <a:t>Class: SE1815 - Group 7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A07ED31-6FA0-4967-A8DD-C5388BC174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logo for a university&#10;&#10;AI-generated content may be incorrect.">
            <a:extLst>
              <a:ext uri="{FF2B5EF4-FFF2-40B4-BE49-F238E27FC236}">
                <a16:creationId xmlns:a16="http://schemas.microsoft.com/office/drawing/2014/main" id="{13C41CC9-56F8-46B3-4526-C70C12DA5D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663" y="29917"/>
            <a:ext cx="1524000" cy="768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8459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130CA7D-A31F-C19A-157B-5B4C398A2F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5" name="Rectangle 64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8DB4215-DF68-DC8D-9F77-E960899AD403}"/>
              </a:ext>
            </a:extLst>
          </p:cNvPr>
          <p:cNvSpPr txBox="1"/>
          <p:nvPr/>
        </p:nvSpPr>
        <p:spPr>
          <a:xfrm>
            <a:off x="712835" y="1345488"/>
            <a:ext cx="3250069" cy="269686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6100" b="1">
                <a:latin typeface="+mj-lt"/>
                <a:ea typeface="+mj-ea"/>
                <a:cs typeface="+mj-cs"/>
              </a:rPr>
              <a:t>Agenda</a:t>
            </a:r>
          </a:p>
        </p:txBody>
      </p: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8CED01B4-40F2-4CAE-8062-1D4CE8454C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2835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4" name="Picture 33" descr="A logo for a university&#10;&#10;AI-generated content may be incorrect.">
            <a:extLst>
              <a:ext uri="{FF2B5EF4-FFF2-40B4-BE49-F238E27FC236}">
                <a16:creationId xmlns:a16="http://schemas.microsoft.com/office/drawing/2014/main" id="{01250D04-490A-B17A-8D2C-EE8F80292D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266" y="35492"/>
            <a:ext cx="1524000" cy="768502"/>
          </a:xfrm>
          <a:prstGeom prst="rect">
            <a:avLst/>
          </a:prstGeom>
        </p:spPr>
      </p:pic>
      <p:grpSp>
        <p:nvGrpSpPr>
          <p:cNvPr id="56" name="Group 55">
            <a:extLst>
              <a:ext uri="{FF2B5EF4-FFF2-40B4-BE49-F238E27FC236}">
                <a16:creationId xmlns:a16="http://schemas.microsoft.com/office/drawing/2014/main" id="{F07A212A-88A2-6F33-56AC-28B54F2A64F2}"/>
              </a:ext>
            </a:extLst>
          </p:cNvPr>
          <p:cNvGrpSpPr/>
          <p:nvPr/>
        </p:nvGrpSpPr>
        <p:grpSpPr>
          <a:xfrm>
            <a:off x="7155521" y="768502"/>
            <a:ext cx="4202065" cy="5547754"/>
            <a:chOff x="1047793" y="450004"/>
            <a:chExt cx="4292163" cy="7191146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949D9F72-BF08-DD02-5887-55384DBFF272}"/>
                </a:ext>
              </a:extLst>
            </p:cNvPr>
            <p:cNvSpPr/>
            <p:nvPr/>
          </p:nvSpPr>
          <p:spPr>
            <a:xfrm>
              <a:off x="1047793" y="631648"/>
              <a:ext cx="4292163" cy="743557"/>
            </a:xfrm>
            <a:custGeom>
              <a:avLst/>
              <a:gdLst>
                <a:gd name="connsiteX0" fmla="*/ -297 w 4292163"/>
                <a:gd name="connsiteY0" fmla="*/ 580082 h 743557"/>
                <a:gd name="connsiteX1" fmla="*/ -297 w 4292163"/>
                <a:gd name="connsiteY1" fmla="*/ 163258 h 743557"/>
                <a:gd name="connsiteX2" fmla="*/ 163055 w 4292163"/>
                <a:gd name="connsiteY2" fmla="*/ -124 h 743557"/>
                <a:gd name="connsiteX3" fmla="*/ 4128515 w 4292163"/>
                <a:gd name="connsiteY3" fmla="*/ -124 h 743557"/>
                <a:gd name="connsiteX4" fmla="*/ 4291867 w 4292163"/>
                <a:gd name="connsiteY4" fmla="*/ 163258 h 743557"/>
                <a:gd name="connsiteX5" fmla="*/ 4291867 w 4292163"/>
                <a:gd name="connsiteY5" fmla="*/ 580082 h 743557"/>
                <a:gd name="connsiteX6" fmla="*/ 4128515 w 4292163"/>
                <a:gd name="connsiteY6" fmla="*/ 743434 h 743557"/>
                <a:gd name="connsiteX7" fmla="*/ 163055 w 4292163"/>
                <a:gd name="connsiteY7" fmla="*/ 743434 h 743557"/>
                <a:gd name="connsiteX8" fmla="*/ -297 w 4292163"/>
                <a:gd name="connsiteY8" fmla="*/ 580082 h 7435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292163" h="743557">
                  <a:moveTo>
                    <a:pt x="-297" y="580082"/>
                  </a:moveTo>
                  <a:lnTo>
                    <a:pt x="-297" y="163258"/>
                  </a:lnTo>
                  <a:cubicBezTo>
                    <a:pt x="-297" y="73037"/>
                    <a:pt x="72834" y="-106"/>
                    <a:pt x="163055" y="-124"/>
                  </a:cubicBezTo>
                  <a:lnTo>
                    <a:pt x="4128515" y="-124"/>
                  </a:lnTo>
                  <a:cubicBezTo>
                    <a:pt x="4218727" y="-106"/>
                    <a:pt x="4291867" y="73037"/>
                    <a:pt x="4291867" y="163258"/>
                  </a:cubicBezTo>
                  <a:lnTo>
                    <a:pt x="4291867" y="580082"/>
                  </a:lnTo>
                  <a:cubicBezTo>
                    <a:pt x="4291867" y="670299"/>
                    <a:pt x="4218727" y="743434"/>
                    <a:pt x="4128515" y="743434"/>
                  </a:cubicBezTo>
                  <a:lnTo>
                    <a:pt x="163055" y="743434"/>
                  </a:lnTo>
                  <a:cubicBezTo>
                    <a:pt x="72837" y="743434"/>
                    <a:pt x="-297" y="670299"/>
                    <a:pt x="-297" y="580082"/>
                  </a:cubicBezTo>
                  <a:close/>
                </a:path>
              </a:pathLst>
            </a:custGeom>
            <a:solidFill>
              <a:schemeClr val="accent1"/>
            </a:solidFill>
            <a:ln w="3051" cap="flat">
              <a:noFill/>
              <a:prstDash val="solid"/>
              <a:miter/>
            </a:ln>
            <a:effectLst>
              <a:outerShdw blurRad="127000" sx="102000" sy="102000" algn="ctr" rotWithShape="0">
                <a:prstClr val="black">
                  <a:alpha val="10000"/>
                </a:prstClr>
              </a:outerShdw>
            </a:effectLst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C45E5900-D57A-9804-8929-97E1A3E9B520}"/>
                </a:ext>
              </a:extLst>
            </p:cNvPr>
            <p:cNvSpPr/>
            <p:nvPr/>
          </p:nvSpPr>
          <p:spPr>
            <a:xfrm>
              <a:off x="1209313" y="459533"/>
              <a:ext cx="3969124" cy="1087881"/>
            </a:xfrm>
            <a:custGeom>
              <a:avLst/>
              <a:gdLst>
                <a:gd name="connsiteX0" fmla="*/ 3968828 w 3969124"/>
                <a:gd name="connsiteY0" fmla="*/ 163258 h 1087882"/>
                <a:gd name="connsiteX1" fmla="*/ 3968828 w 3969124"/>
                <a:gd name="connsiteY1" fmla="*/ 924376 h 1087882"/>
                <a:gd name="connsiteX2" fmla="*/ 3805506 w 3969124"/>
                <a:gd name="connsiteY2" fmla="*/ 1087758 h 1087882"/>
                <a:gd name="connsiteX3" fmla="*/ 3805476 w 3969124"/>
                <a:gd name="connsiteY3" fmla="*/ 1087758 h 1087882"/>
                <a:gd name="connsiteX4" fmla="*/ 163055 w 3969124"/>
                <a:gd name="connsiteY4" fmla="*/ 1087758 h 1087882"/>
                <a:gd name="connsiteX5" fmla="*/ -297 w 3969124"/>
                <a:gd name="connsiteY5" fmla="*/ 924376 h 1087882"/>
                <a:gd name="connsiteX6" fmla="*/ -297 w 3969124"/>
                <a:gd name="connsiteY6" fmla="*/ 163258 h 1087882"/>
                <a:gd name="connsiteX7" fmla="*/ 162841 w 3969124"/>
                <a:gd name="connsiteY7" fmla="*/ -124 h 1087882"/>
                <a:gd name="connsiteX8" fmla="*/ 163055 w 3969124"/>
                <a:gd name="connsiteY8" fmla="*/ -124 h 1087882"/>
                <a:gd name="connsiteX9" fmla="*/ 3805476 w 3969124"/>
                <a:gd name="connsiteY9" fmla="*/ -124 h 1087882"/>
                <a:gd name="connsiteX10" fmla="*/ 3968828 w 3969124"/>
                <a:gd name="connsiteY10" fmla="*/ 163228 h 1087882"/>
                <a:gd name="connsiteX11" fmla="*/ 3968828 w 3969124"/>
                <a:gd name="connsiteY11" fmla="*/ 163258 h 10878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969124" h="1087882">
                  <a:moveTo>
                    <a:pt x="3968828" y="163258"/>
                  </a:moveTo>
                  <a:lnTo>
                    <a:pt x="3968828" y="924376"/>
                  </a:lnTo>
                  <a:cubicBezTo>
                    <a:pt x="3968858" y="1014593"/>
                    <a:pt x="3895718" y="1087740"/>
                    <a:pt x="3805506" y="1087758"/>
                  </a:cubicBezTo>
                  <a:cubicBezTo>
                    <a:pt x="3805506" y="1087758"/>
                    <a:pt x="3805476" y="1087758"/>
                    <a:pt x="3805476" y="1087758"/>
                  </a:cubicBezTo>
                  <a:lnTo>
                    <a:pt x="163055" y="1087758"/>
                  </a:lnTo>
                  <a:cubicBezTo>
                    <a:pt x="72834" y="1087740"/>
                    <a:pt x="-297" y="1014597"/>
                    <a:pt x="-297" y="924376"/>
                  </a:cubicBezTo>
                  <a:lnTo>
                    <a:pt x="-297" y="163258"/>
                  </a:lnTo>
                  <a:cubicBezTo>
                    <a:pt x="-364" y="73092"/>
                    <a:pt x="72675" y="-57"/>
                    <a:pt x="162841" y="-124"/>
                  </a:cubicBezTo>
                  <a:cubicBezTo>
                    <a:pt x="162911" y="-124"/>
                    <a:pt x="162984" y="-124"/>
                    <a:pt x="163055" y="-124"/>
                  </a:cubicBezTo>
                  <a:lnTo>
                    <a:pt x="3805476" y="-124"/>
                  </a:lnTo>
                  <a:cubicBezTo>
                    <a:pt x="3895687" y="-124"/>
                    <a:pt x="3968828" y="73010"/>
                    <a:pt x="3968828" y="163228"/>
                  </a:cubicBezTo>
                  <a:cubicBezTo>
                    <a:pt x="3968828" y="163237"/>
                    <a:pt x="3968828" y="163249"/>
                    <a:pt x="3968828" y="163258"/>
                  </a:cubicBezTo>
                  <a:close/>
                </a:path>
              </a:pathLst>
            </a:custGeom>
            <a:solidFill>
              <a:srgbClr val="FFFFFF"/>
            </a:solidFill>
            <a:ln w="3051" cap="flat">
              <a:noFill/>
              <a:prstDash val="solid"/>
              <a:miter/>
            </a:ln>
            <a:effectLst>
              <a:outerShdw blurRad="127000" sx="102000" sy="102000" algn="ctr" rotWithShape="0">
                <a:prstClr val="black">
                  <a:alpha val="10000"/>
                </a:prstClr>
              </a:outerShdw>
            </a:effectLst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5D7442FA-5ABD-BECA-6EC6-D3D8BFAB1DC6}"/>
                </a:ext>
              </a:extLst>
            </p:cNvPr>
            <p:cNvSpPr/>
            <p:nvPr/>
          </p:nvSpPr>
          <p:spPr>
            <a:xfrm>
              <a:off x="1199692" y="450004"/>
              <a:ext cx="816905" cy="1107091"/>
            </a:xfrm>
            <a:custGeom>
              <a:avLst/>
              <a:gdLst>
                <a:gd name="connsiteX0" fmla="*/ 172674 w 816905"/>
                <a:gd name="connsiteY0" fmla="*/ 1106815 h 1107091"/>
                <a:gd name="connsiteX1" fmla="*/ -297 w 816905"/>
                <a:gd name="connsiteY1" fmla="*/ 934026 h 1107091"/>
                <a:gd name="connsiteX2" fmla="*/ -297 w 816905"/>
                <a:gd name="connsiteY2" fmla="*/ 933904 h 1107091"/>
                <a:gd name="connsiteX3" fmla="*/ -297 w 816905"/>
                <a:gd name="connsiteY3" fmla="*/ 172786 h 1107091"/>
                <a:gd name="connsiteX4" fmla="*/ 172491 w 816905"/>
                <a:gd name="connsiteY4" fmla="*/ -124 h 1107091"/>
                <a:gd name="connsiteX5" fmla="*/ 172583 w 816905"/>
                <a:gd name="connsiteY5" fmla="*/ -124 h 1107091"/>
                <a:gd name="connsiteX6" fmla="*/ 688688 w 816905"/>
                <a:gd name="connsiteY6" fmla="*/ -124 h 1107091"/>
                <a:gd name="connsiteX7" fmla="*/ 691284 w 816905"/>
                <a:gd name="connsiteY7" fmla="*/ 5250 h 1107091"/>
                <a:gd name="connsiteX8" fmla="*/ 691284 w 816905"/>
                <a:gd name="connsiteY8" fmla="*/ 1101592 h 1107091"/>
                <a:gd name="connsiteX9" fmla="*/ 688688 w 816905"/>
                <a:gd name="connsiteY9" fmla="*/ 1106967 h 11070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16905" h="1107091">
                  <a:moveTo>
                    <a:pt x="172674" y="1106815"/>
                  </a:moveTo>
                  <a:cubicBezTo>
                    <a:pt x="77195" y="1106866"/>
                    <a:pt x="-245" y="1029506"/>
                    <a:pt x="-297" y="934026"/>
                  </a:cubicBezTo>
                  <a:cubicBezTo>
                    <a:pt x="-297" y="933986"/>
                    <a:pt x="-297" y="933944"/>
                    <a:pt x="-297" y="933904"/>
                  </a:cubicBezTo>
                  <a:lnTo>
                    <a:pt x="-297" y="172786"/>
                  </a:lnTo>
                  <a:cubicBezTo>
                    <a:pt x="-331" y="77325"/>
                    <a:pt x="77030" y="-91"/>
                    <a:pt x="172491" y="-124"/>
                  </a:cubicBezTo>
                  <a:cubicBezTo>
                    <a:pt x="172522" y="-124"/>
                    <a:pt x="172552" y="-124"/>
                    <a:pt x="172583" y="-124"/>
                  </a:cubicBezTo>
                  <a:lnTo>
                    <a:pt x="688688" y="-124"/>
                  </a:lnTo>
                  <a:lnTo>
                    <a:pt x="691284" y="5250"/>
                  </a:lnTo>
                  <a:cubicBezTo>
                    <a:pt x="858383" y="351597"/>
                    <a:pt x="858383" y="755246"/>
                    <a:pt x="691284" y="1101592"/>
                  </a:cubicBezTo>
                  <a:lnTo>
                    <a:pt x="688688" y="1106967"/>
                  </a:lnTo>
                  <a:close/>
                </a:path>
              </a:pathLst>
            </a:custGeom>
            <a:solidFill>
              <a:schemeClr val="accent1"/>
            </a:solidFill>
            <a:ln w="3051" cap="flat">
              <a:noFill/>
              <a:prstDash val="solid"/>
              <a:miter/>
            </a:ln>
            <a:effectLst>
              <a:outerShdw blurRad="127000" sx="102000" sy="102000" algn="ctr" rotWithShape="0">
                <a:prstClr val="black">
                  <a:alpha val="10000"/>
                </a:prstClr>
              </a:outerShdw>
            </a:effectLst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CFD98B4E-2A6F-23E0-CA5E-43579443EC53}"/>
                </a:ext>
              </a:extLst>
            </p:cNvPr>
            <p:cNvSpPr/>
            <p:nvPr/>
          </p:nvSpPr>
          <p:spPr>
            <a:xfrm>
              <a:off x="1507187" y="615646"/>
              <a:ext cx="775623" cy="775623"/>
            </a:xfrm>
            <a:custGeom>
              <a:avLst/>
              <a:gdLst>
                <a:gd name="connsiteX0" fmla="*/ 179118 w 775623"/>
                <a:gd name="connsiteY0" fmla="*/ 775499 h 775623"/>
                <a:gd name="connsiteX1" fmla="*/ -297 w 775623"/>
                <a:gd name="connsiteY1" fmla="*/ 596084 h 775623"/>
                <a:gd name="connsiteX2" fmla="*/ -297 w 775623"/>
                <a:gd name="connsiteY2" fmla="*/ 179291 h 775623"/>
                <a:gd name="connsiteX3" fmla="*/ 179118 w 775623"/>
                <a:gd name="connsiteY3" fmla="*/ -124 h 775623"/>
                <a:gd name="connsiteX4" fmla="*/ 595911 w 775623"/>
                <a:gd name="connsiteY4" fmla="*/ -124 h 775623"/>
                <a:gd name="connsiteX5" fmla="*/ 775327 w 775623"/>
                <a:gd name="connsiteY5" fmla="*/ 179291 h 775623"/>
                <a:gd name="connsiteX6" fmla="*/ 775327 w 775623"/>
                <a:gd name="connsiteY6" fmla="*/ 596084 h 775623"/>
                <a:gd name="connsiteX7" fmla="*/ 595911 w 775623"/>
                <a:gd name="connsiteY7" fmla="*/ 775499 h 775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623" h="775623">
                  <a:moveTo>
                    <a:pt x="179118" y="775499"/>
                  </a:moveTo>
                  <a:cubicBezTo>
                    <a:pt x="80038" y="775481"/>
                    <a:pt x="-279" y="695164"/>
                    <a:pt x="-297" y="596084"/>
                  </a:cubicBezTo>
                  <a:lnTo>
                    <a:pt x="-297" y="179291"/>
                  </a:lnTo>
                  <a:cubicBezTo>
                    <a:pt x="-297" y="80202"/>
                    <a:pt x="80029" y="-124"/>
                    <a:pt x="179118" y="-124"/>
                  </a:cubicBezTo>
                  <a:lnTo>
                    <a:pt x="595911" y="-124"/>
                  </a:lnTo>
                  <a:cubicBezTo>
                    <a:pt x="694991" y="-106"/>
                    <a:pt x="775308" y="80211"/>
                    <a:pt x="775327" y="179291"/>
                  </a:cubicBezTo>
                  <a:lnTo>
                    <a:pt x="775327" y="596084"/>
                  </a:lnTo>
                  <a:cubicBezTo>
                    <a:pt x="775293" y="695158"/>
                    <a:pt x="694985" y="775466"/>
                    <a:pt x="595911" y="775499"/>
                  </a:cubicBez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 w="3051" cap="flat">
              <a:noFill/>
              <a:prstDash val="solid"/>
              <a:miter/>
            </a:ln>
            <a:effectLst>
              <a:outerShdw blurRad="127000" sx="102000" sy="102000" algn="ctr" rotWithShape="0">
                <a:prstClr val="black">
                  <a:alpha val="10000"/>
                </a:prstClr>
              </a:outerShdw>
            </a:effectLst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1743ADE-DB29-D3AC-06A9-66970285C50C}"/>
                </a:ext>
              </a:extLst>
            </p:cNvPr>
            <p:cNvSpPr/>
            <p:nvPr/>
          </p:nvSpPr>
          <p:spPr>
            <a:xfrm>
              <a:off x="1047793" y="1844648"/>
              <a:ext cx="4292163" cy="743435"/>
            </a:xfrm>
            <a:custGeom>
              <a:avLst/>
              <a:gdLst>
                <a:gd name="connsiteX0" fmla="*/ -297 w 4292163"/>
                <a:gd name="connsiteY0" fmla="*/ 579929 h 743435"/>
                <a:gd name="connsiteX1" fmla="*/ -297 w 4292163"/>
                <a:gd name="connsiteY1" fmla="*/ 163258 h 743435"/>
                <a:gd name="connsiteX2" fmla="*/ 163055 w 4292163"/>
                <a:gd name="connsiteY2" fmla="*/ -124 h 743435"/>
                <a:gd name="connsiteX3" fmla="*/ 4128515 w 4292163"/>
                <a:gd name="connsiteY3" fmla="*/ -124 h 743435"/>
                <a:gd name="connsiteX4" fmla="*/ 4291867 w 4292163"/>
                <a:gd name="connsiteY4" fmla="*/ 163227 h 743435"/>
                <a:gd name="connsiteX5" fmla="*/ 4291867 w 4292163"/>
                <a:gd name="connsiteY5" fmla="*/ 163258 h 743435"/>
                <a:gd name="connsiteX6" fmla="*/ 4291867 w 4292163"/>
                <a:gd name="connsiteY6" fmla="*/ 579929 h 743435"/>
                <a:gd name="connsiteX7" fmla="*/ 4128545 w 4292163"/>
                <a:gd name="connsiteY7" fmla="*/ 743311 h 743435"/>
                <a:gd name="connsiteX8" fmla="*/ 4128515 w 4292163"/>
                <a:gd name="connsiteY8" fmla="*/ 743311 h 743435"/>
                <a:gd name="connsiteX9" fmla="*/ 163055 w 4292163"/>
                <a:gd name="connsiteY9" fmla="*/ 743311 h 743435"/>
                <a:gd name="connsiteX10" fmla="*/ -297 w 4292163"/>
                <a:gd name="connsiteY10" fmla="*/ 579929 h 7434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292163" h="743435">
                  <a:moveTo>
                    <a:pt x="-297" y="579929"/>
                  </a:moveTo>
                  <a:lnTo>
                    <a:pt x="-297" y="163258"/>
                  </a:lnTo>
                  <a:cubicBezTo>
                    <a:pt x="-279" y="73043"/>
                    <a:pt x="72840" y="-91"/>
                    <a:pt x="163055" y="-124"/>
                  </a:cubicBezTo>
                  <a:lnTo>
                    <a:pt x="4128515" y="-124"/>
                  </a:lnTo>
                  <a:cubicBezTo>
                    <a:pt x="4218727" y="-124"/>
                    <a:pt x="4291867" y="73010"/>
                    <a:pt x="4291867" y="163227"/>
                  </a:cubicBezTo>
                  <a:cubicBezTo>
                    <a:pt x="4291867" y="163237"/>
                    <a:pt x="4291867" y="163249"/>
                    <a:pt x="4291867" y="163258"/>
                  </a:cubicBezTo>
                  <a:lnTo>
                    <a:pt x="4291867" y="579929"/>
                  </a:lnTo>
                  <a:cubicBezTo>
                    <a:pt x="4291897" y="670147"/>
                    <a:pt x="4218757" y="743293"/>
                    <a:pt x="4128545" y="743311"/>
                  </a:cubicBezTo>
                  <a:cubicBezTo>
                    <a:pt x="4128545" y="743311"/>
                    <a:pt x="4128515" y="743311"/>
                    <a:pt x="4128515" y="743311"/>
                  </a:cubicBezTo>
                  <a:lnTo>
                    <a:pt x="163055" y="743311"/>
                  </a:lnTo>
                  <a:cubicBezTo>
                    <a:pt x="72834" y="743296"/>
                    <a:pt x="-297" y="670150"/>
                    <a:pt x="-297" y="579929"/>
                  </a:cubicBezTo>
                  <a:close/>
                </a:path>
              </a:pathLst>
            </a:custGeom>
            <a:solidFill>
              <a:schemeClr val="accent2"/>
            </a:solidFill>
            <a:ln w="3051" cap="flat">
              <a:noFill/>
              <a:prstDash val="solid"/>
              <a:miter/>
            </a:ln>
            <a:effectLst>
              <a:outerShdw blurRad="127000" sx="102000" sy="102000" algn="ctr" rotWithShape="0">
                <a:prstClr val="black">
                  <a:alpha val="10000"/>
                </a:prstClr>
              </a:outerShdw>
            </a:effectLst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FC5EAAC-A7DD-334C-C8ED-4C0EFCBF609E}"/>
                </a:ext>
              </a:extLst>
            </p:cNvPr>
            <p:cNvSpPr/>
            <p:nvPr/>
          </p:nvSpPr>
          <p:spPr>
            <a:xfrm>
              <a:off x="1209312" y="1672471"/>
              <a:ext cx="3969124" cy="1087943"/>
            </a:xfrm>
            <a:custGeom>
              <a:avLst/>
              <a:gdLst>
                <a:gd name="connsiteX0" fmla="*/ 3968828 w 3969124"/>
                <a:gd name="connsiteY0" fmla="*/ 163227 h 1087943"/>
                <a:gd name="connsiteX1" fmla="*/ 3968828 w 3969124"/>
                <a:gd name="connsiteY1" fmla="*/ 924437 h 1087943"/>
                <a:gd name="connsiteX2" fmla="*/ 3805506 w 3969124"/>
                <a:gd name="connsiteY2" fmla="*/ 1087819 h 1087943"/>
                <a:gd name="connsiteX3" fmla="*/ 3805476 w 3969124"/>
                <a:gd name="connsiteY3" fmla="*/ 1087819 h 1087943"/>
                <a:gd name="connsiteX4" fmla="*/ 163055 w 3969124"/>
                <a:gd name="connsiteY4" fmla="*/ 1087819 h 1087943"/>
                <a:gd name="connsiteX5" fmla="*/ -297 w 3969124"/>
                <a:gd name="connsiteY5" fmla="*/ 924467 h 1087943"/>
                <a:gd name="connsiteX6" fmla="*/ -297 w 3969124"/>
                <a:gd name="connsiteY6" fmla="*/ 924437 h 1087943"/>
                <a:gd name="connsiteX7" fmla="*/ -297 w 3969124"/>
                <a:gd name="connsiteY7" fmla="*/ 163227 h 1087943"/>
                <a:gd name="connsiteX8" fmla="*/ 162994 w 3969124"/>
                <a:gd name="connsiteY8" fmla="*/ -124 h 1087943"/>
                <a:gd name="connsiteX9" fmla="*/ 163055 w 3969124"/>
                <a:gd name="connsiteY9" fmla="*/ -124 h 1087943"/>
                <a:gd name="connsiteX10" fmla="*/ 3805476 w 3969124"/>
                <a:gd name="connsiteY10" fmla="*/ -124 h 1087943"/>
                <a:gd name="connsiteX11" fmla="*/ 3968828 w 3969124"/>
                <a:gd name="connsiteY11" fmla="*/ 163227 h 1087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969124" h="1087943">
                  <a:moveTo>
                    <a:pt x="3968828" y="163227"/>
                  </a:moveTo>
                  <a:lnTo>
                    <a:pt x="3968828" y="924437"/>
                  </a:lnTo>
                  <a:cubicBezTo>
                    <a:pt x="3968858" y="1014655"/>
                    <a:pt x="3895718" y="1087801"/>
                    <a:pt x="3805506" y="1087819"/>
                  </a:cubicBezTo>
                  <a:cubicBezTo>
                    <a:pt x="3805506" y="1087819"/>
                    <a:pt x="3805476" y="1087819"/>
                    <a:pt x="3805476" y="1087819"/>
                  </a:cubicBezTo>
                  <a:lnTo>
                    <a:pt x="163055" y="1087819"/>
                  </a:lnTo>
                  <a:cubicBezTo>
                    <a:pt x="72837" y="1087819"/>
                    <a:pt x="-297" y="1014685"/>
                    <a:pt x="-297" y="924467"/>
                  </a:cubicBezTo>
                  <a:cubicBezTo>
                    <a:pt x="-297" y="924458"/>
                    <a:pt x="-297" y="924446"/>
                    <a:pt x="-297" y="924437"/>
                  </a:cubicBezTo>
                  <a:lnTo>
                    <a:pt x="-297" y="163227"/>
                  </a:lnTo>
                  <a:cubicBezTo>
                    <a:pt x="-316" y="73028"/>
                    <a:pt x="72794" y="-109"/>
                    <a:pt x="162994" y="-124"/>
                  </a:cubicBezTo>
                  <a:cubicBezTo>
                    <a:pt x="163015" y="-124"/>
                    <a:pt x="163033" y="-124"/>
                    <a:pt x="163055" y="-124"/>
                  </a:cubicBezTo>
                  <a:lnTo>
                    <a:pt x="3805476" y="-124"/>
                  </a:lnTo>
                  <a:cubicBezTo>
                    <a:pt x="3895687" y="-124"/>
                    <a:pt x="3968828" y="73010"/>
                    <a:pt x="3968828" y="163227"/>
                  </a:cubicBezTo>
                  <a:close/>
                </a:path>
              </a:pathLst>
            </a:custGeom>
            <a:solidFill>
              <a:srgbClr val="FFFFFF"/>
            </a:solidFill>
            <a:ln w="3051" cap="flat">
              <a:noFill/>
              <a:prstDash val="solid"/>
              <a:miter/>
            </a:ln>
            <a:effectLst>
              <a:outerShdw blurRad="127000" sx="102000" sy="102000" algn="ctr" rotWithShape="0">
                <a:prstClr val="black">
                  <a:alpha val="10000"/>
                </a:prstClr>
              </a:outerShdw>
            </a:effectLst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0EA33590-BA55-1027-A0D4-29E853443832}"/>
                </a:ext>
              </a:extLst>
            </p:cNvPr>
            <p:cNvSpPr/>
            <p:nvPr/>
          </p:nvSpPr>
          <p:spPr>
            <a:xfrm>
              <a:off x="1199692" y="1662942"/>
              <a:ext cx="816905" cy="1107091"/>
            </a:xfrm>
            <a:custGeom>
              <a:avLst/>
              <a:gdLst>
                <a:gd name="connsiteX0" fmla="*/ 172674 w 816905"/>
                <a:gd name="connsiteY0" fmla="*/ 1106876 h 1107091"/>
                <a:gd name="connsiteX1" fmla="*/ -297 w 816905"/>
                <a:gd name="connsiteY1" fmla="*/ 934026 h 1107091"/>
                <a:gd name="connsiteX2" fmla="*/ -297 w 816905"/>
                <a:gd name="connsiteY2" fmla="*/ 933965 h 1107091"/>
                <a:gd name="connsiteX3" fmla="*/ -297 w 816905"/>
                <a:gd name="connsiteY3" fmla="*/ 172756 h 1107091"/>
                <a:gd name="connsiteX4" fmla="*/ 172583 w 816905"/>
                <a:gd name="connsiteY4" fmla="*/ -124 h 1107091"/>
                <a:gd name="connsiteX5" fmla="*/ 688688 w 816905"/>
                <a:gd name="connsiteY5" fmla="*/ -124 h 1107091"/>
                <a:gd name="connsiteX6" fmla="*/ 691284 w 816905"/>
                <a:gd name="connsiteY6" fmla="*/ 5250 h 1107091"/>
                <a:gd name="connsiteX7" fmla="*/ 691284 w 816905"/>
                <a:gd name="connsiteY7" fmla="*/ 1101592 h 1107091"/>
                <a:gd name="connsiteX8" fmla="*/ 688688 w 816905"/>
                <a:gd name="connsiteY8" fmla="*/ 1106967 h 11070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16905" h="1107091">
                  <a:moveTo>
                    <a:pt x="172674" y="1106876"/>
                  </a:moveTo>
                  <a:cubicBezTo>
                    <a:pt x="77180" y="1106909"/>
                    <a:pt x="-264" y="1029521"/>
                    <a:pt x="-297" y="934026"/>
                  </a:cubicBezTo>
                  <a:cubicBezTo>
                    <a:pt x="-297" y="934005"/>
                    <a:pt x="-297" y="933986"/>
                    <a:pt x="-297" y="933965"/>
                  </a:cubicBezTo>
                  <a:lnTo>
                    <a:pt x="-297" y="172756"/>
                  </a:lnTo>
                  <a:cubicBezTo>
                    <a:pt x="-297" y="77276"/>
                    <a:pt x="77103" y="-124"/>
                    <a:pt x="172583" y="-124"/>
                  </a:cubicBezTo>
                  <a:lnTo>
                    <a:pt x="688688" y="-124"/>
                  </a:lnTo>
                  <a:lnTo>
                    <a:pt x="691284" y="5250"/>
                  </a:lnTo>
                  <a:cubicBezTo>
                    <a:pt x="858383" y="351597"/>
                    <a:pt x="858383" y="755246"/>
                    <a:pt x="691284" y="1101592"/>
                  </a:cubicBezTo>
                  <a:lnTo>
                    <a:pt x="688688" y="1106967"/>
                  </a:lnTo>
                  <a:close/>
                </a:path>
              </a:pathLst>
            </a:custGeom>
            <a:solidFill>
              <a:schemeClr val="accent2"/>
            </a:solidFill>
            <a:ln w="3051" cap="flat">
              <a:noFill/>
              <a:prstDash val="solid"/>
              <a:miter/>
            </a:ln>
            <a:effectLst>
              <a:outerShdw blurRad="127000" sx="102000" sy="102000" algn="ctr" rotWithShape="0">
                <a:prstClr val="black">
                  <a:alpha val="10000"/>
                </a:prstClr>
              </a:outerShdw>
            </a:effectLst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D3D4146-7447-03F8-0A43-79AD48BA0A9F}"/>
                </a:ext>
              </a:extLst>
            </p:cNvPr>
            <p:cNvSpPr/>
            <p:nvPr/>
          </p:nvSpPr>
          <p:spPr>
            <a:xfrm>
              <a:off x="1507187" y="1828615"/>
              <a:ext cx="775623" cy="775623"/>
            </a:xfrm>
            <a:custGeom>
              <a:avLst/>
              <a:gdLst>
                <a:gd name="connsiteX0" fmla="*/ 179118 w 775623"/>
                <a:gd name="connsiteY0" fmla="*/ 775499 h 775623"/>
                <a:gd name="connsiteX1" fmla="*/ -297 w 775623"/>
                <a:gd name="connsiteY1" fmla="*/ 596145 h 775623"/>
                <a:gd name="connsiteX2" fmla="*/ -297 w 775623"/>
                <a:gd name="connsiteY2" fmla="*/ 595962 h 775623"/>
                <a:gd name="connsiteX3" fmla="*/ -297 w 775623"/>
                <a:gd name="connsiteY3" fmla="*/ 179291 h 775623"/>
                <a:gd name="connsiteX4" fmla="*/ 179118 w 775623"/>
                <a:gd name="connsiteY4" fmla="*/ -124 h 775623"/>
                <a:gd name="connsiteX5" fmla="*/ 595911 w 775623"/>
                <a:gd name="connsiteY5" fmla="*/ -124 h 775623"/>
                <a:gd name="connsiteX6" fmla="*/ 775327 w 775623"/>
                <a:gd name="connsiteY6" fmla="*/ 179108 h 775623"/>
                <a:gd name="connsiteX7" fmla="*/ 775327 w 775623"/>
                <a:gd name="connsiteY7" fmla="*/ 179291 h 775623"/>
                <a:gd name="connsiteX8" fmla="*/ 775327 w 775623"/>
                <a:gd name="connsiteY8" fmla="*/ 595962 h 775623"/>
                <a:gd name="connsiteX9" fmla="*/ 595911 w 775623"/>
                <a:gd name="connsiteY9" fmla="*/ 775377 h 775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75623" h="775623">
                  <a:moveTo>
                    <a:pt x="179118" y="775499"/>
                  </a:moveTo>
                  <a:cubicBezTo>
                    <a:pt x="80047" y="775518"/>
                    <a:pt x="-279" y="695216"/>
                    <a:pt x="-297" y="596145"/>
                  </a:cubicBezTo>
                  <a:cubicBezTo>
                    <a:pt x="-297" y="596084"/>
                    <a:pt x="-297" y="596023"/>
                    <a:pt x="-297" y="595962"/>
                  </a:cubicBezTo>
                  <a:lnTo>
                    <a:pt x="-297" y="179291"/>
                  </a:lnTo>
                  <a:cubicBezTo>
                    <a:pt x="-297" y="80202"/>
                    <a:pt x="80029" y="-124"/>
                    <a:pt x="179118" y="-124"/>
                  </a:cubicBezTo>
                  <a:lnTo>
                    <a:pt x="595911" y="-124"/>
                  </a:lnTo>
                  <a:cubicBezTo>
                    <a:pt x="694948" y="-176"/>
                    <a:pt x="775275" y="80071"/>
                    <a:pt x="775327" y="179108"/>
                  </a:cubicBezTo>
                  <a:cubicBezTo>
                    <a:pt x="775327" y="179169"/>
                    <a:pt x="775327" y="179230"/>
                    <a:pt x="775327" y="179291"/>
                  </a:cubicBezTo>
                  <a:lnTo>
                    <a:pt x="775327" y="595962"/>
                  </a:lnTo>
                  <a:cubicBezTo>
                    <a:pt x="775327" y="695051"/>
                    <a:pt x="695000" y="775377"/>
                    <a:pt x="595911" y="775377"/>
                  </a:cubicBezTo>
                  <a:close/>
                </a:path>
              </a:pathLst>
            </a:custGeom>
            <a:solidFill>
              <a:schemeClr val="accent2">
                <a:lumMod val="75000"/>
              </a:schemeClr>
            </a:solidFill>
            <a:ln w="3051" cap="flat">
              <a:noFill/>
              <a:prstDash val="solid"/>
              <a:miter/>
            </a:ln>
            <a:effectLst>
              <a:outerShdw blurRad="127000" sx="102000" sy="102000" algn="ctr" rotWithShape="0">
                <a:prstClr val="black">
                  <a:alpha val="10000"/>
                </a:prstClr>
              </a:outerShdw>
            </a:effectLst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2B7FBF30-30BA-8D66-D197-A296AD30D1A2}"/>
                </a:ext>
              </a:extLst>
            </p:cNvPr>
            <p:cNvSpPr/>
            <p:nvPr/>
          </p:nvSpPr>
          <p:spPr>
            <a:xfrm>
              <a:off x="1047793" y="3057648"/>
              <a:ext cx="4292163" cy="743557"/>
            </a:xfrm>
            <a:custGeom>
              <a:avLst/>
              <a:gdLst>
                <a:gd name="connsiteX0" fmla="*/ -297 w 4292163"/>
                <a:gd name="connsiteY0" fmla="*/ 580051 h 743557"/>
                <a:gd name="connsiteX1" fmla="*/ -297 w 4292163"/>
                <a:gd name="connsiteY1" fmla="*/ 163258 h 743557"/>
                <a:gd name="connsiteX2" fmla="*/ 163055 w 4292163"/>
                <a:gd name="connsiteY2" fmla="*/ -124 h 743557"/>
                <a:gd name="connsiteX3" fmla="*/ 4128515 w 4292163"/>
                <a:gd name="connsiteY3" fmla="*/ -124 h 743557"/>
                <a:gd name="connsiteX4" fmla="*/ 4291867 w 4292163"/>
                <a:gd name="connsiteY4" fmla="*/ 163227 h 743557"/>
                <a:gd name="connsiteX5" fmla="*/ 4291867 w 4292163"/>
                <a:gd name="connsiteY5" fmla="*/ 163258 h 743557"/>
                <a:gd name="connsiteX6" fmla="*/ 4291867 w 4292163"/>
                <a:gd name="connsiteY6" fmla="*/ 580051 h 743557"/>
                <a:gd name="connsiteX7" fmla="*/ 4128545 w 4292163"/>
                <a:gd name="connsiteY7" fmla="*/ 743434 h 743557"/>
                <a:gd name="connsiteX8" fmla="*/ 4128515 w 4292163"/>
                <a:gd name="connsiteY8" fmla="*/ 743434 h 743557"/>
                <a:gd name="connsiteX9" fmla="*/ 163055 w 4292163"/>
                <a:gd name="connsiteY9" fmla="*/ 743434 h 743557"/>
                <a:gd name="connsiteX10" fmla="*/ -297 w 4292163"/>
                <a:gd name="connsiteY10" fmla="*/ 580051 h 7435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292163" h="743557">
                  <a:moveTo>
                    <a:pt x="-297" y="580051"/>
                  </a:moveTo>
                  <a:lnTo>
                    <a:pt x="-297" y="163258"/>
                  </a:lnTo>
                  <a:cubicBezTo>
                    <a:pt x="-297" y="73046"/>
                    <a:pt x="72834" y="-106"/>
                    <a:pt x="163055" y="-124"/>
                  </a:cubicBezTo>
                  <a:lnTo>
                    <a:pt x="4128515" y="-124"/>
                  </a:lnTo>
                  <a:cubicBezTo>
                    <a:pt x="4218727" y="-124"/>
                    <a:pt x="4291867" y="73016"/>
                    <a:pt x="4291867" y="163227"/>
                  </a:cubicBezTo>
                  <a:cubicBezTo>
                    <a:pt x="4291867" y="163227"/>
                    <a:pt x="4291867" y="163258"/>
                    <a:pt x="4291867" y="163258"/>
                  </a:cubicBezTo>
                  <a:lnTo>
                    <a:pt x="4291867" y="580051"/>
                  </a:lnTo>
                  <a:cubicBezTo>
                    <a:pt x="4291897" y="670263"/>
                    <a:pt x="4218757" y="743403"/>
                    <a:pt x="4128545" y="743434"/>
                  </a:cubicBezTo>
                  <a:cubicBezTo>
                    <a:pt x="4128545" y="743434"/>
                    <a:pt x="4128515" y="743434"/>
                    <a:pt x="4128515" y="743434"/>
                  </a:cubicBezTo>
                  <a:lnTo>
                    <a:pt x="163055" y="743434"/>
                  </a:lnTo>
                  <a:cubicBezTo>
                    <a:pt x="72834" y="743403"/>
                    <a:pt x="-297" y="670263"/>
                    <a:pt x="-297" y="580051"/>
                  </a:cubicBezTo>
                  <a:close/>
                </a:path>
              </a:pathLst>
            </a:custGeom>
            <a:solidFill>
              <a:schemeClr val="accent3"/>
            </a:solidFill>
            <a:ln w="3051" cap="flat">
              <a:noFill/>
              <a:prstDash val="solid"/>
              <a:miter/>
            </a:ln>
            <a:effectLst>
              <a:outerShdw blurRad="127000" sx="102000" sy="102000" algn="ctr" rotWithShape="0">
                <a:prstClr val="black">
                  <a:alpha val="10000"/>
                </a:prstClr>
              </a:outerShdw>
            </a:effectLst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352D3C67-6FDA-1864-78E9-112D68DE447D}"/>
                </a:ext>
              </a:extLst>
            </p:cNvPr>
            <p:cNvSpPr/>
            <p:nvPr/>
          </p:nvSpPr>
          <p:spPr>
            <a:xfrm>
              <a:off x="1209312" y="2885440"/>
              <a:ext cx="3969124" cy="1087974"/>
            </a:xfrm>
            <a:custGeom>
              <a:avLst/>
              <a:gdLst>
                <a:gd name="connsiteX0" fmla="*/ 3968827 w 3969124"/>
                <a:gd name="connsiteY0" fmla="*/ 163258 h 1087974"/>
                <a:gd name="connsiteX1" fmla="*/ 3968827 w 3969124"/>
                <a:gd name="connsiteY1" fmla="*/ 924467 h 1087974"/>
                <a:gd name="connsiteX2" fmla="*/ 3805476 w 3969124"/>
                <a:gd name="connsiteY2" fmla="*/ 1087850 h 1087974"/>
                <a:gd name="connsiteX3" fmla="*/ 163055 w 3969124"/>
                <a:gd name="connsiteY3" fmla="*/ 1087850 h 1087974"/>
                <a:gd name="connsiteX4" fmla="*/ -297 w 3969124"/>
                <a:gd name="connsiteY4" fmla="*/ 924467 h 1087974"/>
                <a:gd name="connsiteX5" fmla="*/ -297 w 3969124"/>
                <a:gd name="connsiteY5" fmla="*/ 163258 h 1087974"/>
                <a:gd name="connsiteX6" fmla="*/ 163055 w 3969124"/>
                <a:gd name="connsiteY6" fmla="*/ -124 h 1087974"/>
                <a:gd name="connsiteX7" fmla="*/ 3805476 w 3969124"/>
                <a:gd name="connsiteY7" fmla="*/ -124 h 1087974"/>
                <a:gd name="connsiteX8" fmla="*/ 3968827 w 3969124"/>
                <a:gd name="connsiteY8" fmla="*/ 163258 h 1087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969124" h="1087974">
                  <a:moveTo>
                    <a:pt x="3968827" y="163258"/>
                  </a:moveTo>
                  <a:lnTo>
                    <a:pt x="3968827" y="924467"/>
                  </a:lnTo>
                  <a:cubicBezTo>
                    <a:pt x="3968827" y="1014679"/>
                    <a:pt x="3895687" y="1087819"/>
                    <a:pt x="3805476" y="1087850"/>
                  </a:cubicBezTo>
                  <a:lnTo>
                    <a:pt x="163055" y="1087850"/>
                  </a:lnTo>
                  <a:cubicBezTo>
                    <a:pt x="72834" y="1087819"/>
                    <a:pt x="-297" y="1014679"/>
                    <a:pt x="-297" y="924467"/>
                  </a:cubicBezTo>
                  <a:lnTo>
                    <a:pt x="-297" y="163258"/>
                  </a:lnTo>
                  <a:cubicBezTo>
                    <a:pt x="-297" y="73037"/>
                    <a:pt x="72834" y="-109"/>
                    <a:pt x="163055" y="-124"/>
                  </a:cubicBezTo>
                  <a:lnTo>
                    <a:pt x="3805476" y="-124"/>
                  </a:lnTo>
                  <a:cubicBezTo>
                    <a:pt x="3895687" y="-109"/>
                    <a:pt x="3968827" y="73037"/>
                    <a:pt x="3968827" y="163258"/>
                  </a:cubicBezTo>
                  <a:close/>
                </a:path>
              </a:pathLst>
            </a:custGeom>
            <a:solidFill>
              <a:srgbClr val="FFFFFF"/>
            </a:solidFill>
            <a:ln w="3051" cap="flat">
              <a:noFill/>
              <a:prstDash val="solid"/>
              <a:miter/>
            </a:ln>
            <a:effectLst>
              <a:outerShdw blurRad="127000" sx="102000" sy="102000" algn="ctr" rotWithShape="0">
                <a:prstClr val="black">
                  <a:alpha val="10000"/>
                </a:prstClr>
              </a:outerShdw>
            </a:effectLst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ED90C17B-2276-B903-7498-7A8013E0570B}"/>
                </a:ext>
              </a:extLst>
            </p:cNvPr>
            <p:cNvSpPr/>
            <p:nvPr/>
          </p:nvSpPr>
          <p:spPr>
            <a:xfrm>
              <a:off x="1199692" y="2875942"/>
              <a:ext cx="816912" cy="1107091"/>
            </a:xfrm>
            <a:custGeom>
              <a:avLst/>
              <a:gdLst>
                <a:gd name="connsiteX0" fmla="*/ 172674 w 816912"/>
                <a:gd name="connsiteY0" fmla="*/ 1106845 h 1107091"/>
                <a:gd name="connsiteX1" fmla="*/ -297 w 816912"/>
                <a:gd name="connsiteY1" fmla="*/ 933996 h 1107091"/>
                <a:gd name="connsiteX2" fmla="*/ -297 w 816912"/>
                <a:gd name="connsiteY2" fmla="*/ 933965 h 1107091"/>
                <a:gd name="connsiteX3" fmla="*/ -297 w 816912"/>
                <a:gd name="connsiteY3" fmla="*/ 172756 h 1107091"/>
                <a:gd name="connsiteX4" fmla="*/ 172583 w 816912"/>
                <a:gd name="connsiteY4" fmla="*/ -124 h 1107091"/>
                <a:gd name="connsiteX5" fmla="*/ 688688 w 816912"/>
                <a:gd name="connsiteY5" fmla="*/ -124 h 1107091"/>
                <a:gd name="connsiteX6" fmla="*/ 691284 w 816912"/>
                <a:gd name="connsiteY6" fmla="*/ 5250 h 1107091"/>
                <a:gd name="connsiteX7" fmla="*/ 691284 w 816912"/>
                <a:gd name="connsiteY7" fmla="*/ 1101592 h 1107091"/>
                <a:gd name="connsiteX8" fmla="*/ 688688 w 816912"/>
                <a:gd name="connsiteY8" fmla="*/ 1106967 h 11070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16912" h="1107091">
                  <a:moveTo>
                    <a:pt x="172674" y="1106845"/>
                  </a:moveTo>
                  <a:cubicBezTo>
                    <a:pt x="77180" y="1106876"/>
                    <a:pt x="-264" y="1029490"/>
                    <a:pt x="-297" y="933996"/>
                  </a:cubicBezTo>
                  <a:cubicBezTo>
                    <a:pt x="-297" y="933996"/>
                    <a:pt x="-297" y="933965"/>
                    <a:pt x="-297" y="933965"/>
                  </a:cubicBezTo>
                  <a:lnTo>
                    <a:pt x="-297" y="172756"/>
                  </a:lnTo>
                  <a:cubicBezTo>
                    <a:pt x="-279" y="77282"/>
                    <a:pt x="77109" y="-106"/>
                    <a:pt x="172583" y="-124"/>
                  </a:cubicBezTo>
                  <a:lnTo>
                    <a:pt x="688688" y="-124"/>
                  </a:lnTo>
                  <a:lnTo>
                    <a:pt x="691284" y="5250"/>
                  </a:lnTo>
                  <a:cubicBezTo>
                    <a:pt x="858392" y="351591"/>
                    <a:pt x="858392" y="755252"/>
                    <a:pt x="691284" y="1101592"/>
                  </a:cubicBezTo>
                  <a:lnTo>
                    <a:pt x="688688" y="1106967"/>
                  </a:lnTo>
                  <a:close/>
                </a:path>
              </a:pathLst>
            </a:custGeom>
            <a:solidFill>
              <a:schemeClr val="accent3"/>
            </a:solidFill>
            <a:ln w="3051" cap="flat">
              <a:noFill/>
              <a:prstDash val="solid"/>
              <a:miter/>
            </a:ln>
            <a:effectLst>
              <a:outerShdw blurRad="127000" sx="102000" sy="102000" algn="ctr" rotWithShape="0">
                <a:prstClr val="black">
                  <a:alpha val="10000"/>
                </a:prstClr>
              </a:outerShdw>
            </a:effectLst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60D2BCCD-5660-4AE9-99F9-F895BFAF49F8}"/>
                </a:ext>
              </a:extLst>
            </p:cNvPr>
            <p:cNvSpPr/>
            <p:nvPr/>
          </p:nvSpPr>
          <p:spPr>
            <a:xfrm>
              <a:off x="1507187" y="3041585"/>
              <a:ext cx="775623" cy="775685"/>
            </a:xfrm>
            <a:custGeom>
              <a:avLst/>
              <a:gdLst>
                <a:gd name="connsiteX0" fmla="*/ 179118 w 775623"/>
                <a:gd name="connsiteY0" fmla="*/ 775560 h 775685"/>
                <a:gd name="connsiteX1" fmla="*/ 72660 w 775623"/>
                <a:gd name="connsiteY1" fmla="*/ 740563 h 775685"/>
                <a:gd name="connsiteX2" fmla="*/ -297 w 775623"/>
                <a:gd name="connsiteY2" fmla="*/ 596145 h 775685"/>
                <a:gd name="connsiteX3" fmla="*/ -297 w 775623"/>
                <a:gd name="connsiteY3" fmla="*/ 179321 h 775685"/>
                <a:gd name="connsiteX4" fmla="*/ 179087 w 775623"/>
                <a:gd name="connsiteY4" fmla="*/ -124 h 775685"/>
                <a:gd name="connsiteX5" fmla="*/ 179118 w 775623"/>
                <a:gd name="connsiteY5" fmla="*/ -124 h 775685"/>
                <a:gd name="connsiteX6" fmla="*/ 595911 w 775623"/>
                <a:gd name="connsiteY6" fmla="*/ -124 h 775685"/>
                <a:gd name="connsiteX7" fmla="*/ 775327 w 775623"/>
                <a:gd name="connsiteY7" fmla="*/ 179230 h 775685"/>
                <a:gd name="connsiteX8" fmla="*/ 775327 w 775623"/>
                <a:gd name="connsiteY8" fmla="*/ 179291 h 775685"/>
                <a:gd name="connsiteX9" fmla="*/ 775327 w 775623"/>
                <a:gd name="connsiteY9" fmla="*/ 596084 h 775685"/>
                <a:gd name="connsiteX10" fmla="*/ 595911 w 775623"/>
                <a:gd name="connsiteY10" fmla="*/ 775560 h 775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775623" h="775685">
                  <a:moveTo>
                    <a:pt x="179118" y="775560"/>
                  </a:moveTo>
                  <a:cubicBezTo>
                    <a:pt x="140789" y="775683"/>
                    <a:pt x="103449" y="763406"/>
                    <a:pt x="72660" y="740563"/>
                  </a:cubicBezTo>
                  <a:cubicBezTo>
                    <a:pt x="26879" y="706665"/>
                    <a:pt x="-175" y="653100"/>
                    <a:pt x="-297" y="596145"/>
                  </a:cubicBezTo>
                  <a:lnTo>
                    <a:pt x="-297" y="179321"/>
                  </a:lnTo>
                  <a:cubicBezTo>
                    <a:pt x="-316" y="80232"/>
                    <a:pt x="79998" y="-106"/>
                    <a:pt x="179087" y="-124"/>
                  </a:cubicBezTo>
                  <a:cubicBezTo>
                    <a:pt x="179097" y="-124"/>
                    <a:pt x="179109" y="-124"/>
                    <a:pt x="179118" y="-124"/>
                  </a:cubicBezTo>
                  <a:lnTo>
                    <a:pt x="595911" y="-124"/>
                  </a:lnTo>
                  <a:cubicBezTo>
                    <a:pt x="694982" y="-140"/>
                    <a:pt x="775308" y="80159"/>
                    <a:pt x="775327" y="179230"/>
                  </a:cubicBezTo>
                  <a:cubicBezTo>
                    <a:pt x="775327" y="179260"/>
                    <a:pt x="775327" y="179260"/>
                    <a:pt x="775327" y="179291"/>
                  </a:cubicBezTo>
                  <a:lnTo>
                    <a:pt x="775327" y="596084"/>
                  </a:lnTo>
                  <a:cubicBezTo>
                    <a:pt x="775342" y="695183"/>
                    <a:pt x="695016" y="775530"/>
                    <a:pt x="595911" y="775560"/>
                  </a:cubicBez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 w="3051" cap="flat">
              <a:noFill/>
              <a:prstDash val="solid"/>
              <a:miter/>
            </a:ln>
            <a:effectLst>
              <a:outerShdw blurRad="127000" sx="102000" sy="102000" algn="ctr" rotWithShape="0">
                <a:prstClr val="black">
                  <a:alpha val="10000"/>
                </a:prstClr>
              </a:outerShdw>
            </a:effectLst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57C571E1-7F8D-47CB-5F05-E5EB55B1B8C2}"/>
                </a:ext>
              </a:extLst>
            </p:cNvPr>
            <p:cNvSpPr/>
            <p:nvPr/>
          </p:nvSpPr>
          <p:spPr>
            <a:xfrm>
              <a:off x="1047793" y="4270770"/>
              <a:ext cx="4292163" cy="743557"/>
            </a:xfrm>
            <a:custGeom>
              <a:avLst/>
              <a:gdLst>
                <a:gd name="connsiteX0" fmla="*/ -297 w 4292163"/>
                <a:gd name="connsiteY0" fmla="*/ 579929 h 743557"/>
                <a:gd name="connsiteX1" fmla="*/ -297 w 4292163"/>
                <a:gd name="connsiteY1" fmla="*/ 163258 h 743557"/>
                <a:gd name="connsiteX2" fmla="*/ 163024 w 4292163"/>
                <a:gd name="connsiteY2" fmla="*/ -124 h 743557"/>
                <a:gd name="connsiteX3" fmla="*/ 163055 w 4292163"/>
                <a:gd name="connsiteY3" fmla="*/ -124 h 743557"/>
                <a:gd name="connsiteX4" fmla="*/ 4128515 w 4292163"/>
                <a:gd name="connsiteY4" fmla="*/ -124 h 743557"/>
                <a:gd name="connsiteX5" fmla="*/ 4291867 w 4292163"/>
                <a:gd name="connsiteY5" fmla="*/ 163227 h 743557"/>
                <a:gd name="connsiteX6" fmla="*/ 4291867 w 4292163"/>
                <a:gd name="connsiteY6" fmla="*/ 163258 h 743557"/>
                <a:gd name="connsiteX7" fmla="*/ 4291867 w 4292163"/>
                <a:gd name="connsiteY7" fmla="*/ 580051 h 743557"/>
                <a:gd name="connsiteX8" fmla="*/ 4128545 w 4292163"/>
                <a:gd name="connsiteY8" fmla="*/ 743434 h 743557"/>
                <a:gd name="connsiteX9" fmla="*/ 4128515 w 4292163"/>
                <a:gd name="connsiteY9" fmla="*/ 743434 h 743557"/>
                <a:gd name="connsiteX10" fmla="*/ 163055 w 4292163"/>
                <a:gd name="connsiteY10" fmla="*/ 743434 h 743557"/>
                <a:gd name="connsiteX11" fmla="*/ -297 w 4292163"/>
                <a:gd name="connsiteY11" fmla="*/ 580143 h 743557"/>
                <a:gd name="connsiteX12" fmla="*/ -297 w 4292163"/>
                <a:gd name="connsiteY12" fmla="*/ 580051 h 7435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292163" h="743557">
                  <a:moveTo>
                    <a:pt x="-297" y="579929"/>
                  </a:moveTo>
                  <a:lnTo>
                    <a:pt x="-297" y="163258"/>
                  </a:lnTo>
                  <a:cubicBezTo>
                    <a:pt x="-316" y="73046"/>
                    <a:pt x="72806" y="-94"/>
                    <a:pt x="163024" y="-124"/>
                  </a:cubicBezTo>
                  <a:cubicBezTo>
                    <a:pt x="163033" y="-124"/>
                    <a:pt x="163045" y="-124"/>
                    <a:pt x="163055" y="-124"/>
                  </a:cubicBezTo>
                  <a:lnTo>
                    <a:pt x="4128515" y="-124"/>
                  </a:lnTo>
                  <a:cubicBezTo>
                    <a:pt x="4218727" y="-124"/>
                    <a:pt x="4291867" y="73016"/>
                    <a:pt x="4291867" y="163227"/>
                  </a:cubicBezTo>
                  <a:cubicBezTo>
                    <a:pt x="4291867" y="163227"/>
                    <a:pt x="4291867" y="163258"/>
                    <a:pt x="4291867" y="163258"/>
                  </a:cubicBezTo>
                  <a:lnTo>
                    <a:pt x="4291867" y="580051"/>
                  </a:lnTo>
                  <a:cubicBezTo>
                    <a:pt x="4291897" y="670263"/>
                    <a:pt x="4218757" y="743403"/>
                    <a:pt x="4128545" y="743434"/>
                  </a:cubicBezTo>
                  <a:cubicBezTo>
                    <a:pt x="4128545" y="743434"/>
                    <a:pt x="4128515" y="743434"/>
                    <a:pt x="4128515" y="743434"/>
                  </a:cubicBezTo>
                  <a:lnTo>
                    <a:pt x="163055" y="743434"/>
                  </a:lnTo>
                  <a:cubicBezTo>
                    <a:pt x="72855" y="743464"/>
                    <a:pt x="-279" y="670355"/>
                    <a:pt x="-297" y="580143"/>
                  </a:cubicBezTo>
                  <a:cubicBezTo>
                    <a:pt x="-297" y="580112"/>
                    <a:pt x="-297" y="580082"/>
                    <a:pt x="-297" y="580051"/>
                  </a:cubicBezTo>
                  <a:close/>
                </a:path>
              </a:pathLst>
            </a:custGeom>
            <a:solidFill>
              <a:schemeClr val="accent4"/>
            </a:solidFill>
            <a:ln w="3051" cap="flat">
              <a:noFill/>
              <a:prstDash val="solid"/>
              <a:miter/>
            </a:ln>
            <a:effectLst>
              <a:outerShdw blurRad="127000" sx="102000" sy="102000" algn="ctr" rotWithShape="0">
                <a:prstClr val="black">
                  <a:alpha val="10000"/>
                </a:prstClr>
              </a:outerShdw>
            </a:effectLst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80E8E92E-CD7D-F0DA-257C-4BAFE28D9F3E}"/>
                </a:ext>
              </a:extLst>
            </p:cNvPr>
            <p:cNvSpPr/>
            <p:nvPr/>
          </p:nvSpPr>
          <p:spPr>
            <a:xfrm>
              <a:off x="1209312" y="4098440"/>
              <a:ext cx="3969124" cy="1087943"/>
            </a:xfrm>
            <a:custGeom>
              <a:avLst/>
              <a:gdLst>
                <a:gd name="connsiteX0" fmla="*/ 3968828 w 3969124"/>
                <a:gd name="connsiteY0" fmla="*/ 163258 h 1087943"/>
                <a:gd name="connsiteX1" fmla="*/ 3968828 w 3969124"/>
                <a:gd name="connsiteY1" fmla="*/ 924467 h 1087943"/>
                <a:gd name="connsiteX2" fmla="*/ 3805476 w 3969124"/>
                <a:gd name="connsiteY2" fmla="*/ 1087819 h 1087943"/>
                <a:gd name="connsiteX3" fmla="*/ 163055 w 3969124"/>
                <a:gd name="connsiteY3" fmla="*/ 1087819 h 1087943"/>
                <a:gd name="connsiteX4" fmla="*/ -297 w 3969124"/>
                <a:gd name="connsiteY4" fmla="*/ 924467 h 1087943"/>
                <a:gd name="connsiteX5" fmla="*/ -297 w 3969124"/>
                <a:gd name="connsiteY5" fmla="*/ 163258 h 1087943"/>
                <a:gd name="connsiteX6" fmla="*/ 163024 w 3969124"/>
                <a:gd name="connsiteY6" fmla="*/ -124 h 1087943"/>
                <a:gd name="connsiteX7" fmla="*/ 163055 w 3969124"/>
                <a:gd name="connsiteY7" fmla="*/ -124 h 1087943"/>
                <a:gd name="connsiteX8" fmla="*/ 3805476 w 3969124"/>
                <a:gd name="connsiteY8" fmla="*/ -124 h 1087943"/>
                <a:gd name="connsiteX9" fmla="*/ 3968828 w 3969124"/>
                <a:gd name="connsiteY9" fmla="*/ 163228 h 1087943"/>
                <a:gd name="connsiteX10" fmla="*/ 3968828 w 3969124"/>
                <a:gd name="connsiteY10" fmla="*/ 163258 h 1087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969124" h="1087943">
                  <a:moveTo>
                    <a:pt x="3968828" y="163258"/>
                  </a:moveTo>
                  <a:lnTo>
                    <a:pt x="3968828" y="924467"/>
                  </a:lnTo>
                  <a:cubicBezTo>
                    <a:pt x="3968828" y="1014679"/>
                    <a:pt x="3895687" y="1087819"/>
                    <a:pt x="3805476" y="1087819"/>
                  </a:cubicBezTo>
                  <a:lnTo>
                    <a:pt x="163055" y="1087819"/>
                  </a:lnTo>
                  <a:cubicBezTo>
                    <a:pt x="72846" y="1087789"/>
                    <a:pt x="-279" y="1014679"/>
                    <a:pt x="-297" y="924467"/>
                  </a:cubicBezTo>
                  <a:lnTo>
                    <a:pt x="-297" y="163258"/>
                  </a:lnTo>
                  <a:cubicBezTo>
                    <a:pt x="-316" y="73047"/>
                    <a:pt x="72807" y="-94"/>
                    <a:pt x="163024" y="-124"/>
                  </a:cubicBezTo>
                  <a:cubicBezTo>
                    <a:pt x="163033" y="-124"/>
                    <a:pt x="163045" y="-124"/>
                    <a:pt x="163055" y="-124"/>
                  </a:cubicBezTo>
                  <a:lnTo>
                    <a:pt x="3805476" y="-124"/>
                  </a:lnTo>
                  <a:cubicBezTo>
                    <a:pt x="3895687" y="-124"/>
                    <a:pt x="3968828" y="73016"/>
                    <a:pt x="3968828" y="163228"/>
                  </a:cubicBezTo>
                  <a:cubicBezTo>
                    <a:pt x="3968828" y="163228"/>
                    <a:pt x="3968828" y="163258"/>
                    <a:pt x="3968828" y="163258"/>
                  </a:cubicBezTo>
                  <a:close/>
                </a:path>
              </a:pathLst>
            </a:custGeom>
            <a:solidFill>
              <a:srgbClr val="FFFFFF"/>
            </a:solidFill>
            <a:ln w="3051" cap="flat">
              <a:noFill/>
              <a:prstDash val="solid"/>
              <a:miter/>
            </a:ln>
            <a:effectLst>
              <a:outerShdw blurRad="127000" sx="102000" sy="102000" algn="ctr" rotWithShape="0">
                <a:prstClr val="black">
                  <a:alpha val="10000"/>
                </a:prstClr>
              </a:outerShdw>
            </a:effectLst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472019BF-8812-04EC-0817-E34703073626}"/>
                </a:ext>
              </a:extLst>
            </p:cNvPr>
            <p:cNvSpPr/>
            <p:nvPr/>
          </p:nvSpPr>
          <p:spPr>
            <a:xfrm>
              <a:off x="1199692" y="4089064"/>
              <a:ext cx="816996" cy="1107091"/>
            </a:xfrm>
            <a:custGeom>
              <a:avLst/>
              <a:gdLst>
                <a:gd name="connsiteX0" fmla="*/ 172674 w 816996"/>
                <a:gd name="connsiteY0" fmla="*/ 1106723 h 1107091"/>
                <a:gd name="connsiteX1" fmla="*/ -297 w 816996"/>
                <a:gd name="connsiteY1" fmla="*/ 933934 h 1107091"/>
                <a:gd name="connsiteX2" fmla="*/ -297 w 816996"/>
                <a:gd name="connsiteY2" fmla="*/ 933843 h 1107091"/>
                <a:gd name="connsiteX3" fmla="*/ -297 w 816996"/>
                <a:gd name="connsiteY3" fmla="*/ 172633 h 1107091"/>
                <a:gd name="connsiteX4" fmla="*/ 172674 w 816996"/>
                <a:gd name="connsiteY4" fmla="*/ -124 h 1107091"/>
                <a:gd name="connsiteX5" fmla="*/ 688780 w 816996"/>
                <a:gd name="connsiteY5" fmla="*/ -124 h 1107091"/>
                <a:gd name="connsiteX6" fmla="*/ 691375 w 816996"/>
                <a:gd name="connsiteY6" fmla="*/ 5251 h 1107091"/>
                <a:gd name="connsiteX7" fmla="*/ 691375 w 816996"/>
                <a:gd name="connsiteY7" fmla="*/ 1101592 h 1107091"/>
                <a:gd name="connsiteX8" fmla="*/ 688780 w 816996"/>
                <a:gd name="connsiteY8" fmla="*/ 1106967 h 11070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16996" h="1107091">
                  <a:moveTo>
                    <a:pt x="172674" y="1106723"/>
                  </a:moveTo>
                  <a:cubicBezTo>
                    <a:pt x="77195" y="1106784"/>
                    <a:pt x="-245" y="1029399"/>
                    <a:pt x="-297" y="933934"/>
                  </a:cubicBezTo>
                  <a:cubicBezTo>
                    <a:pt x="-297" y="933904"/>
                    <a:pt x="-297" y="933873"/>
                    <a:pt x="-297" y="933843"/>
                  </a:cubicBezTo>
                  <a:lnTo>
                    <a:pt x="-297" y="172633"/>
                  </a:lnTo>
                  <a:cubicBezTo>
                    <a:pt x="-212" y="77169"/>
                    <a:pt x="77213" y="-155"/>
                    <a:pt x="172674" y="-124"/>
                  </a:cubicBezTo>
                  <a:lnTo>
                    <a:pt x="688780" y="-124"/>
                  </a:lnTo>
                  <a:lnTo>
                    <a:pt x="691375" y="5251"/>
                  </a:lnTo>
                  <a:cubicBezTo>
                    <a:pt x="858474" y="351591"/>
                    <a:pt x="858474" y="755252"/>
                    <a:pt x="691375" y="1101592"/>
                  </a:cubicBezTo>
                  <a:lnTo>
                    <a:pt x="688780" y="1106967"/>
                  </a:lnTo>
                  <a:close/>
                </a:path>
              </a:pathLst>
            </a:custGeom>
            <a:solidFill>
              <a:schemeClr val="accent4"/>
            </a:solidFill>
            <a:ln w="3051" cap="flat">
              <a:noFill/>
              <a:prstDash val="solid"/>
              <a:miter/>
            </a:ln>
            <a:effectLst>
              <a:outerShdw blurRad="127000" sx="102000" sy="102000" algn="ctr" rotWithShape="0">
                <a:prstClr val="black">
                  <a:alpha val="10000"/>
                </a:prstClr>
              </a:outerShdw>
            </a:effectLst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E8A75E24-CB14-E63F-C457-0D0ACBA86B78}"/>
                </a:ext>
              </a:extLst>
            </p:cNvPr>
            <p:cNvSpPr/>
            <p:nvPr/>
          </p:nvSpPr>
          <p:spPr>
            <a:xfrm>
              <a:off x="1507187" y="4254599"/>
              <a:ext cx="775623" cy="775623"/>
            </a:xfrm>
            <a:custGeom>
              <a:avLst/>
              <a:gdLst>
                <a:gd name="connsiteX0" fmla="*/ 179118 w 775623"/>
                <a:gd name="connsiteY0" fmla="*/ 775377 h 775623"/>
                <a:gd name="connsiteX1" fmla="*/ -297 w 775623"/>
                <a:gd name="connsiteY1" fmla="*/ 595962 h 775623"/>
                <a:gd name="connsiteX2" fmla="*/ -297 w 775623"/>
                <a:gd name="connsiteY2" fmla="*/ 179291 h 775623"/>
                <a:gd name="connsiteX3" fmla="*/ 179118 w 775623"/>
                <a:gd name="connsiteY3" fmla="*/ -124 h 775623"/>
                <a:gd name="connsiteX4" fmla="*/ 595911 w 775623"/>
                <a:gd name="connsiteY4" fmla="*/ -124 h 775623"/>
                <a:gd name="connsiteX5" fmla="*/ 775327 w 775623"/>
                <a:gd name="connsiteY5" fmla="*/ 179291 h 775623"/>
                <a:gd name="connsiteX6" fmla="*/ 775327 w 775623"/>
                <a:gd name="connsiteY6" fmla="*/ 596084 h 775623"/>
                <a:gd name="connsiteX7" fmla="*/ 595911 w 775623"/>
                <a:gd name="connsiteY7" fmla="*/ 775499 h 775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623" h="775623">
                  <a:moveTo>
                    <a:pt x="179118" y="775377"/>
                  </a:moveTo>
                  <a:cubicBezTo>
                    <a:pt x="80038" y="775347"/>
                    <a:pt x="-279" y="695030"/>
                    <a:pt x="-297" y="595962"/>
                  </a:cubicBezTo>
                  <a:lnTo>
                    <a:pt x="-297" y="179291"/>
                  </a:lnTo>
                  <a:cubicBezTo>
                    <a:pt x="-297" y="80193"/>
                    <a:pt x="80029" y="-124"/>
                    <a:pt x="179118" y="-124"/>
                  </a:cubicBezTo>
                  <a:lnTo>
                    <a:pt x="595911" y="-124"/>
                  </a:lnTo>
                  <a:cubicBezTo>
                    <a:pt x="694991" y="-94"/>
                    <a:pt x="775308" y="80223"/>
                    <a:pt x="775327" y="179291"/>
                  </a:cubicBezTo>
                  <a:lnTo>
                    <a:pt x="775327" y="596084"/>
                  </a:lnTo>
                  <a:cubicBezTo>
                    <a:pt x="775293" y="695152"/>
                    <a:pt x="694985" y="775469"/>
                    <a:pt x="595911" y="775499"/>
                  </a:cubicBezTo>
                  <a:close/>
                </a:path>
              </a:pathLst>
            </a:custGeom>
            <a:solidFill>
              <a:schemeClr val="accent4">
                <a:lumMod val="75000"/>
              </a:schemeClr>
            </a:solidFill>
            <a:ln w="3051" cap="flat">
              <a:noFill/>
              <a:prstDash val="solid"/>
              <a:miter/>
            </a:ln>
            <a:effectLst>
              <a:outerShdw blurRad="127000" sx="102000" sy="102000" algn="ctr" rotWithShape="0">
                <a:prstClr val="black">
                  <a:alpha val="10000"/>
                </a:prstClr>
              </a:outerShdw>
            </a:effectLst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02B96502-6530-09BD-17D1-F78390633F36}"/>
                </a:ext>
              </a:extLst>
            </p:cNvPr>
            <p:cNvSpPr/>
            <p:nvPr/>
          </p:nvSpPr>
          <p:spPr>
            <a:xfrm>
              <a:off x="1047793" y="5483648"/>
              <a:ext cx="4292163" cy="743557"/>
            </a:xfrm>
            <a:custGeom>
              <a:avLst/>
              <a:gdLst>
                <a:gd name="connsiteX0" fmla="*/ -297 w 4292163"/>
                <a:gd name="connsiteY0" fmla="*/ 580051 h 743557"/>
                <a:gd name="connsiteX1" fmla="*/ -297 w 4292163"/>
                <a:gd name="connsiteY1" fmla="*/ 163227 h 743557"/>
                <a:gd name="connsiteX2" fmla="*/ 162871 w 4292163"/>
                <a:gd name="connsiteY2" fmla="*/ -124 h 743557"/>
                <a:gd name="connsiteX3" fmla="*/ 163055 w 4292163"/>
                <a:gd name="connsiteY3" fmla="*/ -124 h 743557"/>
                <a:gd name="connsiteX4" fmla="*/ 4128515 w 4292163"/>
                <a:gd name="connsiteY4" fmla="*/ -124 h 743557"/>
                <a:gd name="connsiteX5" fmla="*/ 4291867 w 4292163"/>
                <a:gd name="connsiteY5" fmla="*/ 163227 h 743557"/>
                <a:gd name="connsiteX6" fmla="*/ 4291867 w 4292163"/>
                <a:gd name="connsiteY6" fmla="*/ 580051 h 743557"/>
                <a:gd name="connsiteX7" fmla="*/ 4128515 w 4292163"/>
                <a:gd name="connsiteY7" fmla="*/ 743434 h 743557"/>
                <a:gd name="connsiteX8" fmla="*/ 163055 w 4292163"/>
                <a:gd name="connsiteY8" fmla="*/ 743434 h 743557"/>
                <a:gd name="connsiteX9" fmla="*/ -297 w 4292163"/>
                <a:gd name="connsiteY9" fmla="*/ 580082 h 743557"/>
                <a:gd name="connsiteX10" fmla="*/ -297 w 4292163"/>
                <a:gd name="connsiteY10" fmla="*/ 580051 h 7435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292163" h="743557">
                  <a:moveTo>
                    <a:pt x="-297" y="580051"/>
                  </a:moveTo>
                  <a:lnTo>
                    <a:pt x="-297" y="163227"/>
                  </a:lnTo>
                  <a:cubicBezTo>
                    <a:pt x="-349" y="73046"/>
                    <a:pt x="72706" y="-63"/>
                    <a:pt x="162871" y="-124"/>
                  </a:cubicBezTo>
                  <a:cubicBezTo>
                    <a:pt x="162932" y="-124"/>
                    <a:pt x="162994" y="-124"/>
                    <a:pt x="163055" y="-124"/>
                  </a:cubicBezTo>
                  <a:lnTo>
                    <a:pt x="4128515" y="-124"/>
                  </a:lnTo>
                  <a:cubicBezTo>
                    <a:pt x="4218727" y="-124"/>
                    <a:pt x="4291867" y="73016"/>
                    <a:pt x="4291867" y="163227"/>
                  </a:cubicBezTo>
                  <a:lnTo>
                    <a:pt x="4291867" y="580051"/>
                  </a:lnTo>
                  <a:cubicBezTo>
                    <a:pt x="4291867" y="670263"/>
                    <a:pt x="4218727" y="743403"/>
                    <a:pt x="4128515" y="743434"/>
                  </a:cubicBezTo>
                  <a:lnTo>
                    <a:pt x="163055" y="743434"/>
                  </a:lnTo>
                  <a:cubicBezTo>
                    <a:pt x="72837" y="743434"/>
                    <a:pt x="-297" y="670293"/>
                    <a:pt x="-297" y="580082"/>
                  </a:cubicBezTo>
                  <a:cubicBezTo>
                    <a:pt x="-297" y="580082"/>
                    <a:pt x="-297" y="580051"/>
                    <a:pt x="-297" y="580051"/>
                  </a:cubicBezTo>
                  <a:close/>
                </a:path>
              </a:pathLst>
            </a:custGeom>
            <a:solidFill>
              <a:schemeClr val="accent5"/>
            </a:solidFill>
            <a:ln w="3051" cap="flat">
              <a:noFill/>
              <a:prstDash val="solid"/>
              <a:miter/>
            </a:ln>
            <a:effectLst>
              <a:outerShdw blurRad="127000" sx="102000" sy="102000" algn="ctr" rotWithShape="0">
                <a:prstClr val="black">
                  <a:alpha val="10000"/>
                </a:prstClr>
              </a:outerShdw>
            </a:effectLst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BD1D60A6-9D9C-1915-AB72-AE5EEC0C4371}"/>
                </a:ext>
              </a:extLst>
            </p:cNvPr>
            <p:cNvSpPr/>
            <p:nvPr/>
          </p:nvSpPr>
          <p:spPr>
            <a:xfrm>
              <a:off x="1209312" y="5311440"/>
              <a:ext cx="3969124" cy="1087882"/>
            </a:xfrm>
            <a:custGeom>
              <a:avLst/>
              <a:gdLst>
                <a:gd name="connsiteX0" fmla="*/ 3968828 w 3969124"/>
                <a:gd name="connsiteY0" fmla="*/ 163258 h 1087882"/>
                <a:gd name="connsiteX1" fmla="*/ 3968828 w 3969124"/>
                <a:gd name="connsiteY1" fmla="*/ 924376 h 1087882"/>
                <a:gd name="connsiteX2" fmla="*/ 3805506 w 3969124"/>
                <a:gd name="connsiteY2" fmla="*/ 1087758 h 1087882"/>
                <a:gd name="connsiteX3" fmla="*/ 3805476 w 3969124"/>
                <a:gd name="connsiteY3" fmla="*/ 1087758 h 1087882"/>
                <a:gd name="connsiteX4" fmla="*/ 163055 w 3969124"/>
                <a:gd name="connsiteY4" fmla="*/ 1087758 h 1087882"/>
                <a:gd name="connsiteX5" fmla="*/ -297 w 3969124"/>
                <a:gd name="connsiteY5" fmla="*/ 924589 h 1087882"/>
                <a:gd name="connsiteX6" fmla="*/ -297 w 3969124"/>
                <a:gd name="connsiteY6" fmla="*/ 924376 h 1087882"/>
                <a:gd name="connsiteX7" fmla="*/ -297 w 3969124"/>
                <a:gd name="connsiteY7" fmla="*/ 163258 h 1087882"/>
                <a:gd name="connsiteX8" fmla="*/ 162963 w 3969124"/>
                <a:gd name="connsiteY8" fmla="*/ -124 h 1087882"/>
                <a:gd name="connsiteX9" fmla="*/ 163055 w 3969124"/>
                <a:gd name="connsiteY9" fmla="*/ -124 h 1087882"/>
                <a:gd name="connsiteX10" fmla="*/ 3805476 w 3969124"/>
                <a:gd name="connsiteY10" fmla="*/ -124 h 1087882"/>
                <a:gd name="connsiteX11" fmla="*/ 3968828 w 3969124"/>
                <a:gd name="connsiteY11" fmla="*/ 163227 h 1087882"/>
                <a:gd name="connsiteX12" fmla="*/ 3968828 w 3969124"/>
                <a:gd name="connsiteY12" fmla="*/ 163258 h 10878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969124" h="1087882">
                  <a:moveTo>
                    <a:pt x="3968828" y="163258"/>
                  </a:moveTo>
                  <a:lnTo>
                    <a:pt x="3968828" y="924376"/>
                  </a:lnTo>
                  <a:cubicBezTo>
                    <a:pt x="3968858" y="1014587"/>
                    <a:pt x="3895718" y="1087728"/>
                    <a:pt x="3805506" y="1087758"/>
                  </a:cubicBezTo>
                  <a:cubicBezTo>
                    <a:pt x="3805506" y="1087758"/>
                    <a:pt x="3805476" y="1087758"/>
                    <a:pt x="3805476" y="1087758"/>
                  </a:cubicBezTo>
                  <a:lnTo>
                    <a:pt x="163055" y="1087758"/>
                  </a:lnTo>
                  <a:cubicBezTo>
                    <a:pt x="72889" y="1087819"/>
                    <a:pt x="-245" y="1014771"/>
                    <a:pt x="-297" y="924589"/>
                  </a:cubicBezTo>
                  <a:cubicBezTo>
                    <a:pt x="-297" y="924529"/>
                    <a:pt x="-297" y="924437"/>
                    <a:pt x="-297" y="924376"/>
                  </a:cubicBezTo>
                  <a:lnTo>
                    <a:pt x="-297" y="163258"/>
                  </a:lnTo>
                  <a:cubicBezTo>
                    <a:pt x="-331" y="73046"/>
                    <a:pt x="72764" y="-94"/>
                    <a:pt x="162963" y="-124"/>
                  </a:cubicBezTo>
                  <a:cubicBezTo>
                    <a:pt x="162994" y="-124"/>
                    <a:pt x="163024" y="-124"/>
                    <a:pt x="163055" y="-124"/>
                  </a:cubicBezTo>
                  <a:lnTo>
                    <a:pt x="3805476" y="-124"/>
                  </a:lnTo>
                  <a:cubicBezTo>
                    <a:pt x="3895687" y="-124"/>
                    <a:pt x="3968828" y="73016"/>
                    <a:pt x="3968828" y="163227"/>
                  </a:cubicBezTo>
                  <a:cubicBezTo>
                    <a:pt x="3968828" y="163227"/>
                    <a:pt x="3968828" y="163258"/>
                    <a:pt x="3968828" y="163258"/>
                  </a:cubicBezTo>
                  <a:close/>
                </a:path>
              </a:pathLst>
            </a:custGeom>
            <a:solidFill>
              <a:srgbClr val="FFFFFF"/>
            </a:solidFill>
            <a:ln w="3051" cap="flat">
              <a:noFill/>
              <a:prstDash val="solid"/>
              <a:miter/>
            </a:ln>
            <a:effectLst>
              <a:outerShdw blurRad="127000" sx="102000" sy="102000" algn="ctr" rotWithShape="0">
                <a:prstClr val="black">
                  <a:alpha val="10000"/>
                </a:prstClr>
              </a:outerShdw>
            </a:effectLst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B24FAB24-E78D-99CC-BA06-15E2FDEACE29}"/>
                </a:ext>
              </a:extLst>
            </p:cNvPr>
            <p:cNvSpPr/>
            <p:nvPr/>
          </p:nvSpPr>
          <p:spPr>
            <a:xfrm>
              <a:off x="1199692" y="5301912"/>
              <a:ext cx="816905" cy="1107091"/>
            </a:xfrm>
            <a:custGeom>
              <a:avLst/>
              <a:gdLst>
                <a:gd name="connsiteX0" fmla="*/ 172674 w 816905"/>
                <a:gd name="connsiteY0" fmla="*/ 1106875 h 1107091"/>
                <a:gd name="connsiteX1" fmla="*/ -297 w 816905"/>
                <a:gd name="connsiteY1" fmla="*/ 934026 h 1107091"/>
                <a:gd name="connsiteX2" fmla="*/ -297 w 816905"/>
                <a:gd name="connsiteY2" fmla="*/ 933904 h 1107091"/>
                <a:gd name="connsiteX3" fmla="*/ -297 w 816905"/>
                <a:gd name="connsiteY3" fmla="*/ 172786 h 1107091"/>
                <a:gd name="connsiteX4" fmla="*/ 172552 w 816905"/>
                <a:gd name="connsiteY4" fmla="*/ -124 h 1107091"/>
                <a:gd name="connsiteX5" fmla="*/ 172583 w 816905"/>
                <a:gd name="connsiteY5" fmla="*/ -124 h 1107091"/>
                <a:gd name="connsiteX6" fmla="*/ 688688 w 816905"/>
                <a:gd name="connsiteY6" fmla="*/ -124 h 1107091"/>
                <a:gd name="connsiteX7" fmla="*/ 691284 w 816905"/>
                <a:gd name="connsiteY7" fmla="*/ 5250 h 1107091"/>
                <a:gd name="connsiteX8" fmla="*/ 691284 w 816905"/>
                <a:gd name="connsiteY8" fmla="*/ 1101592 h 1107091"/>
                <a:gd name="connsiteX9" fmla="*/ 688688 w 816905"/>
                <a:gd name="connsiteY9" fmla="*/ 1106967 h 11070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16905" h="1107091">
                  <a:moveTo>
                    <a:pt x="172674" y="1106875"/>
                  </a:moveTo>
                  <a:cubicBezTo>
                    <a:pt x="77180" y="1106906"/>
                    <a:pt x="-264" y="1029521"/>
                    <a:pt x="-297" y="934026"/>
                  </a:cubicBezTo>
                  <a:cubicBezTo>
                    <a:pt x="-297" y="933996"/>
                    <a:pt x="-297" y="933934"/>
                    <a:pt x="-297" y="933904"/>
                  </a:cubicBezTo>
                  <a:lnTo>
                    <a:pt x="-297" y="172786"/>
                  </a:lnTo>
                  <a:cubicBezTo>
                    <a:pt x="-316" y="77322"/>
                    <a:pt x="77073" y="-94"/>
                    <a:pt x="172552" y="-124"/>
                  </a:cubicBezTo>
                  <a:cubicBezTo>
                    <a:pt x="172561" y="-124"/>
                    <a:pt x="172574" y="-124"/>
                    <a:pt x="172583" y="-124"/>
                  </a:cubicBezTo>
                  <a:lnTo>
                    <a:pt x="688688" y="-124"/>
                  </a:lnTo>
                  <a:lnTo>
                    <a:pt x="691284" y="5250"/>
                  </a:lnTo>
                  <a:cubicBezTo>
                    <a:pt x="858383" y="351590"/>
                    <a:pt x="858383" y="755252"/>
                    <a:pt x="691284" y="1101592"/>
                  </a:cubicBezTo>
                  <a:lnTo>
                    <a:pt x="688688" y="1106967"/>
                  </a:lnTo>
                  <a:close/>
                </a:path>
              </a:pathLst>
            </a:custGeom>
            <a:solidFill>
              <a:schemeClr val="accent5"/>
            </a:solidFill>
            <a:ln w="3051" cap="flat">
              <a:noFill/>
              <a:prstDash val="solid"/>
              <a:miter/>
            </a:ln>
            <a:effectLst>
              <a:outerShdw blurRad="127000" sx="102000" sy="102000" algn="ctr" rotWithShape="0">
                <a:prstClr val="black">
                  <a:alpha val="10000"/>
                </a:prstClr>
              </a:outerShdw>
            </a:effectLst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8D1F9AA8-BCA9-90AC-BF34-69600F429652}"/>
                </a:ext>
              </a:extLst>
            </p:cNvPr>
            <p:cNvSpPr/>
            <p:nvPr/>
          </p:nvSpPr>
          <p:spPr>
            <a:xfrm>
              <a:off x="1507187" y="5467615"/>
              <a:ext cx="775623" cy="775623"/>
            </a:xfrm>
            <a:custGeom>
              <a:avLst/>
              <a:gdLst>
                <a:gd name="connsiteX0" fmla="*/ 179118 w 775623"/>
                <a:gd name="connsiteY0" fmla="*/ 775499 h 775623"/>
                <a:gd name="connsiteX1" fmla="*/ -297 w 775623"/>
                <a:gd name="connsiteY1" fmla="*/ 596084 h 775623"/>
                <a:gd name="connsiteX2" fmla="*/ -297 w 775623"/>
                <a:gd name="connsiteY2" fmla="*/ 179260 h 775623"/>
                <a:gd name="connsiteX3" fmla="*/ 179087 w 775623"/>
                <a:gd name="connsiteY3" fmla="*/ -124 h 775623"/>
                <a:gd name="connsiteX4" fmla="*/ 179118 w 775623"/>
                <a:gd name="connsiteY4" fmla="*/ -124 h 775623"/>
                <a:gd name="connsiteX5" fmla="*/ 595911 w 775623"/>
                <a:gd name="connsiteY5" fmla="*/ -124 h 775623"/>
                <a:gd name="connsiteX6" fmla="*/ 775327 w 775623"/>
                <a:gd name="connsiteY6" fmla="*/ 179260 h 775623"/>
                <a:gd name="connsiteX7" fmla="*/ 775327 w 775623"/>
                <a:gd name="connsiteY7" fmla="*/ 596084 h 775623"/>
                <a:gd name="connsiteX8" fmla="*/ 595911 w 775623"/>
                <a:gd name="connsiteY8" fmla="*/ 775499 h 775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75623" h="775623">
                  <a:moveTo>
                    <a:pt x="179118" y="775499"/>
                  </a:moveTo>
                  <a:cubicBezTo>
                    <a:pt x="80038" y="775469"/>
                    <a:pt x="-279" y="695152"/>
                    <a:pt x="-297" y="596084"/>
                  </a:cubicBezTo>
                  <a:lnTo>
                    <a:pt x="-297" y="179260"/>
                  </a:lnTo>
                  <a:cubicBezTo>
                    <a:pt x="-297" y="80192"/>
                    <a:pt x="80017" y="-124"/>
                    <a:pt x="179087" y="-124"/>
                  </a:cubicBezTo>
                  <a:cubicBezTo>
                    <a:pt x="179097" y="-124"/>
                    <a:pt x="179109" y="-124"/>
                    <a:pt x="179118" y="-124"/>
                  </a:cubicBezTo>
                  <a:lnTo>
                    <a:pt x="595911" y="-124"/>
                  </a:lnTo>
                  <a:cubicBezTo>
                    <a:pt x="694988" y="-124"/>
                    <a:pt x="775308" y="80192"/>
                    <a:pt x="775327" y="179260"/>
                  </a:cubicBezTo>
                  <a:lnTo>
                    <a:pt x="775327" y="596084"/>
                  </a:lnTo>
                  <a:cubicBezTo>
                    <a:pt x="775308" y="695152"/>
                    <a:pt x="694991" y="775469"/>
                    <a:pt x="595911" y="775499"/>
                  </a:cubicBez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 w="3051" cap="flat">
              <a:noFill/>
              <a:prstDash val="solid"/>
              <a:miter/>
            </a:ln>
            <a:effectLst>
              <a:outerShdw blurRad="127000" sx="102000" sy="102000" algn="ctr" rotWithShape="0">
                <a:prstClr val="black">
                  <a:alpha val="10000"/>
                </a:prstClr>
              </a:outerShdw>
            </a:effectLst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C01DB2A2-85C2-1FDF-750F-E20A2997868F}"/>
                </a:ext>
              </a:extLst>
            </p:cNvPr>
            <p:cNvSpPr txBox="1"/>
            <p:nvPr/>
          </p:nvSpPr>
          <p:spPr>
            <a:xfrm>
              <a:off x="2553801" y="828576"/>
              <a:ext cx="2353644" cy="41050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defTabSz="740664">
                <a:spcAft>
                  <a:spcPts val="600"/>
                </a:spcAft>
              </a:pPr>
              <a:r>
                <a:rPr lang="en-IN" sz="1458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Segoe UI" panose="020B0502040204020203" pitchFamily="34" charset="0"/>
                  <a:ea typeface="+mn-ea"/>
                  <a:cs typeface="Segoe UI" panose="020B0502040204020203" pitchFamily="34" charset="0"/>
                </a:rPr>
                <a:t>Team Introduction</a:t>
              </a:r>
              <a:endParaRPr lang="en-IN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E32C3D23-A11D-B65B-DE6D-56CB8F1ADADE}"/>
                </a:ext>
              </a:extLst>
            </p:cNvPr>
            <p:cNvSpPr txBox="1"/>
            <p:nvPr/>
          </p:nvSpPr>
          <p:spPr>
            <a:xfrm>
              <a:off x="2532681" y="2031776"/>
              <a:ext cx="2353644" cy="41050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defTabSz="740664">
                <a:spcAft>
                  <a:spcPts val="600"/>
                </a:spcAft>
              </a:pPr>
              <a:r>
                <a:rPr lang="en-IN" sz="1458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Segoe UI" panose="020B0502040204020203" pitchFamily="34" charset="0"/>
                  <a:ea typeface="+mn-ea"/>
                  <a:cs typeface="Segoe UI" panose="020B0502040204020203" pitchFamily="34" charset="0"/>
                </a:rPr>
                <a:t>Project Scope</a:t>
              </a:r>
              <a:endParaRPr lang="en-IN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38A02529-0123-C2F0-1386-DBF107414AC3}"/>
                </a:ext>
              </a:extLst>
            </p:cNvPr>
            <p:cNvSpPr txBox="1"/>
            <p:nvPr/>
          </p:nvSpPr>
          <p:spPr>
            <a:xfrm>
              <a:off x="2532681" y="3244761"/>
              <a:ext cx="235364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defTabSz="740664">
                <a:spcAft>
                  <a:spcPts val="600"/>
                </a:spcAft>
              </a:pPr>
              <a:r>
                <a:rPr lang="en-IN" sz="1458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Segoe UI" panose="020B0502040204020203" pitchFamily="34" charset="0"/>
                  <a:ea typeface="+mn-ea"/>
                  <a:cs typeface="Segoe UI" panose="020B0502040204020203" pitchFamily="34" charset="0"/>
                </a:rPr>
                <a:t>System Architecture</a:t>
              </a:r>
              <a:endParaRPr lang="en-IN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FF3CCF24-EB6B-8488-9709-2285FD51BB72}"/>
                </a:ext>
              </a:extLst>
            </p:cNvPr>
            <p:cNvSpPr txBox="1"/>
            <p:nvPr/>
          </p:nvSpPr>
          <p:spPr>
            <a:xfrm>
              <a:off x="2553801" y="4418311"/>
              <a:ext cx="2353958" cy="41050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defTabSz="740664">
                <a:spcAft>
                  <a:spcPts val="600"/>
                </a:spcAft>
              </a:pPr>
              <a:r>
                <a:rPr lang="en-IN" sz="1458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Segoe UI" panose="020B0502040204020203" pitchFamily="34" charset="0"/>
                  <a:ea typeface="+mn-ea"/>
                  <a:cs typeface="Segoe UI" panose="020B0502040204020203" pitchFamily="34" charset="0"/>
                </a:rPr>
                <a:t>Workflow / System Flow</a:t>
              </a:r>
              <a:endParaRPr lang="en-IN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CB2C5236-6407-DCC7-75E8-0D4D1B4C5242}"/>
                </a:ext>
              </a:extLst>
            </p:cNvPr>
            <p:cNvSpPr txBox="1"/>
            <p:nvPr/>
          </p:nvSpPr>
          <p:spPr>
            <a:xfrm>
              <a:off x="2532681" y="5670715"/>
              <a:ext cx="235364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defTabSz="740664">
                <a:spcAft>
                  <a:spcPts val="600"/>
                </a:spcAft>
              </a:pPr>
              <a:r>
                <a:rPr lang="en-IN" sz="1458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Segoe UI" panose="020B0502040204020203" pitchFamily="34" charset="0"/>
                  <a:ea typeface="+mn-ea"/>
                  <a:cs typeface="Segoe UI" panose="020B0502040204020203" pitchFamily="34" charset="0"/>
                </a:rPr>
                <a:t>Achievements</a:t>
              </a:r>
              <a:endParaRPr lang="en-IN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51" name="Picture 50">
              <a:extLst>
                <a:ext uri="{FF2B5EF4-FFF2-40B4-BE49-F238E27FC236}">
                  <a16:creationId xmlns:a16="http://schemas.microsoft.com/office/drawing/2014/main" id="{D5E4E2D3-541D-4E52-1DEE-8941624B4B1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alphaModFix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 flipH="1">
              <a:off x="1740390" y="828576"/>
              <a:ext cx="309216" cy="374331"/>
            </a:xfrm>
            <a:prstGeom prst="rect">
              <a:avLst/>
            </a:prstGeom>
          </p:spPr>
        </p:pic>
        <p:pic>
          <p:nvPicPr>
            <p:cNvPr id="52" name="Picture 51" descr="A white line drawing of a tablet and a pencil and ruler&#10;&#10;AI-generated content may be incorrect.">
              <a:extLst>
                <a:ext uri="{FF2B5EF4-FFF2-40B4-BE49-F238E27FC236}">
                  <a16:creationId xmlns:a16="http://schemas.microsoft.com/office/drawing/2014/main" id="{A246C84A-C5EA-FB16-AF5D-39A87F78852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rightnessContrast brigh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707833" y="2051156"/>
              <a:ext cx="371928" cy="371928"/>
            </a:xfrm>
            <a:prstGeom prst="rect">
              <a:avLst/>
            </a:prstGeom>
          </p:spPr>
        </p:pic>
        <p:pic>
          <p:nvPicPr>
            <p:cNvPr id="53" name="Picture 52" descr="A white line drawing of a gear&#10;&#10;AI-generated content may be incorrect.">
              <a:extLst>
                <a:ext uri="{FF2B5EF4-FFF2-40B4-BE49-F238E27FC236}">
                  <a16:creationId xmlns:a16="http://schemas.microsoft.com/office/drawing/2014/main" id="{612222F4-297D-D14F-85B6-B2AA5EDCA26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BEBA8EAE-BF5A-486C-A8C5-ECC9F3942E4B}">
                  <a14:imgProps xmlns:a14="http://schemas.microsoft.com/office/drawing/2010/main">
                    <a14:imgLayer r:embed="rId9">
                      <a14:imgEffect>
                        <a14:brightnessContrast bright="1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718171" y="3200244"/>
              <a:ext cx="419950" cy="419950"/>
            </a:xfrm>
            <a:prstGeom prst="rect">
              <a:avLst/>
            </a:prstGeom>
          </p:spPr>
        </p:pic>
        <p:pic>
          <p:nvPicPr>
            <p:cNvPr id="54" name="Picture 53">
              <a:extLst>
                <a:ext uri="{FF2B5EF4-FFF2-40B4-BE49-F238E27FC236}">
                  <a16:creationId xmlns:a16="http://schemas.microsoft.com/office/drawing/2014/main" id="{05327BAE-6774-24DE-6EBA-7F27B4C44D64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rcRect/>
            <a:stretch/>
          </p:blipFill>
          <p:spPr>
            <a:xfrm>
              <a:off x="1747542" y="4452354"/>
              <a:ext cx="319700" cy="380112"/>
            </a:xfrm>
            <a:prstGeom prst="rect">
              <a:avLst/>
            </a:prstGeom>
          </p:spPr>
        </p:pic>
        <p:pic>
          <p:nvPicPr>
            <p:cNvPr id="55" name="Picture 54">
              <a:extLst>
                <a:ext uri="{FF2B5EF4-FFF2-40B4-BE49-F238E27FC236}">
                  <a16:creationId xmlns:a16="http://schemas.microsoft.com/office/drawing/2014/main" id="{A845AE47-D426-ED49-4FF2-52ACB2176FB8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rcRect/>
            <a:stretch/>
          </p:blipFill>
          <p:spPr>
            <a:xfrm>
              <a:off x="1725428" y="5646483"/>
              <a:ext cx="339139" cy="417886"/>
            </a:xfrm>
            <a:prstGeom prst="rect">
              <a:avLst/>
            </a:prstGeom>
          </p:spPr>
        </p:pic>
        <p:sp>
          <p:nvSpPr>
            <p:cNvPr id="2" name="Freeform: Shape 1">
              <a:extLst>
                <a:ext uri="{FF2B5EF4-FFF2-40B4-BE49-F238E27FC236}">
                  <a16:creationId xmlns:a16="http://schemas.microsoft.com/office/drawing/2014/main" id="{2E810C74-34A8-1F59-E66E-F5BA861147F6}"/>
                </a:ext>
              </a:extLst>
            </p:cNvPr>
            <p:cNvSpPr/>
            <p:nvPr/>
          </p:nvSpPr>
          <p:spPr>
            <a:xfrm>
              <a:off x="1047793" y="6715798"/>
              <a:ext cx="4292163" cy="743557"/>
            </a:xfrm>
            <a:custGeom>
              <a:avLst/>
              <a:gdLst>
                <a:gd name="connsiteX0" fmla="*/ -297 w 4292163"/>
                <a:gd name="connsiteY0" fmla="*/ 580051 h 743557"/>
                <a:gd name="connsiteX1" fmla="*/ -297 w 4292163"/>
                <a:gd name="connsiteY1" fmla="*/ 163227 h 743557"/>
                <a:gd name="connsiteX2" fmla="*/ 162871 w 4292163"/>
                <a:gd name="connsiteY2" fmla="*/ -124 h 743557"/>
                <a:gd name="connsiteX3" fmla="*/ 163055 w 4292163"/>
                <a:gd name="connsiteY3" fmla="*/ -124 h 743557"/>
                <a:gd name="connsiteX4" fmla="*/ 4128515 w 4292163"/>
                <a:gd name="connsiteY4" fmla="*/ -124 h 743557"/>
                <a:gd name="connsiteX5" fmla="*/ 4291867 w 4292163"/>
                <a:gd name="connsiteY5" fmla="*/ 163227 h 743557"/>
                <a:gd name="connsiteX6" fmla="*/ 4291867 w 4292163"/>
                <a:gd name="connsiteY6" fmla="*/ 580051 h 743557"/>
                <a:gd name="connsiteX7" fmla="*/ 4128515 w 4292163"/>
                <a:gd name="connsiteY7" fmla="*/ 743434 h 743557"/>
                <a:gd name="connsiteX8" fmla="*/ 163055 w 4292163"/>
                <a:gd name="connsiteY8" fmla="*/ 743434 h 743557"/>
                <a:gd name="connsiteX9" fmla="*/ -297 w 4292163"/>
                <a:gd name="connsiteY9" fmla="*/ 580082 h 743557"/>
                <a:gd name="connsiteX10" fmla="*/ -297 w 4292163"/>
                <a:gd name="connsiteY10" fmla="*/ 580051 h 7435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292163" h="743557">
                  <a:moveTo>
                    <a:pt x="-297" y="580051"/>
                  </a:moveTo>
                  <a:lnTo>
                    <a:pt x="-297" y="163227"/>
                  </a:lnTo>
                  <a:cubicBezTo>
                    <a:pt x="-349" y="73046"/>
                    <a:pt x="72706" y="-63"/>
                    <a:pt x="162871" y="-124"/>
                  </a:cubicBezTo>
                  <a:cubicBezTo>
                    <a:pt x="162932" y="-124"/>
                    <a:pt x="162994" y="-124"/>
                    <a:pt x="163055" y="-124"/>
                  </a:cubicBezTo>
                  <a:lnTo>
                    <a:pt x="4128515" y="-124"/>
                  </a:lnTo>
                  <a:cubicBezTo>
                    <a:pt x="4218727" y="-124"/>
                    <a:pt x="4291867" y="73016"/>
                    <a:pt x="4291867" y="163227"/>
                  </a:cubicBezTo>
                  <a:lnTo>
                    <a:pt x="4291867" y="580051"/>
                  </a:lnTo>
                  <a:cubicBezTo>
                    <a:pt x="4291867" y="670263"/>
                    <a:pt x="4218727" y="743403"/>
                    <a:pt x="4128515" y="743434"/>
                  </a:cubicBezTo>
                  <a:lnTo>
                    <a:pt x="163055" y="743434"/>
                  </a:lnTo>
                  <a:cubicBezTo>
                    <a:pt x="72837" y="743434"/>
                    <a:pt x="-297" y="670293"/>
                    <a:pt x="-297" y="580082"/>
                  </a:cubicBezTo>
                  <a:cubicBezTo>
                    <a:pt x="-297" y="580082"/>
                    <a:pt x="-297" y="580051"/>
                    <a:pt x="-297" y="580051"/>
                  </a:cubicBezTo>
                  <a:close/>
                </a:path>
              </a:pathLst>
            </a:custGeom>
            <a:solidFill>
              <a:schemeClr val="accent6"/>
            </a:solidFill>
            <a:ln w="3051" cap="flat">
              <a:noFill/>
              <a:prstDash val="solid"/>
              <a:miter/>
            </a:ln>
            <a:effectLst>
              <a:outerShdw blurRad="127000" sx="102000" sy="102000" algn="ctr" rotWithShape="0">
                <a:prstClr val="black">
                  <a:alpha val="10000"/>
                </a:prstClr>
              </a:outerShdw>
            </a:effectLst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3" name="Freeform: Shape 2">
              <a:extLst>
                <a:ext uri="{FF2B5EF4-FFF2-40B4-BE49-F238E27FC236}">
                  <a16:creationId xmlns:a16="http://schemas.microsoft.com/office/drawing/2014/main" id="{FACB9913-3DC7-7E2E-1648-137D2AD2CE11}"/>
                </a:ext>
              </a:extLst>
            </p:cNvPr>
            <p:cNvSpPr/>
            <p:nvPr/>
          </p:nvSpPr>
          <p:spPr>
            <a:xfrm>
              <a:off x="1209312" y="6543588"/>
              <a:ext cx="3969124" cy="1087882"/>
            </a:xfrm>
            <a:custGeom>
              <a:avLst/>
              <a:gdLst>
                <a:gd name="connsiteX0" fmla="*/ 3968828 w 3969124"/>
                <a:gd name="connsiteY0" fmla="*/ 163258 h 1087882"/>
                <a:gd name="connsiteX1" fmla="*/ 3968828 w 3969124"/>
                <a:gd name="connsiteY1" fmla="*/ 924376 h 1087882"/>
                <a:gd name="connsiteX2" fmla="*/ 3805506 w 3969124"/>
                <a:gd name="connsiteY2" fmla="*/ 1087758 h 1087882"/>
                <a:gd name="connsiteX3" fmla="*/ 3805476 w 3969124"/>
                <a:gd name="connsiteY3" fmla="*/ 1087758 h 1087882"/>
                <a:gd name="connsiteX4" fmla="*/ 163055 w 3969124"/>
                <a:gd name="connsiteY4" fmla="*/ 1087758 h 1087882"/>
                <a:gd name="connsiteX5" fmla="*/ -297 w 3969124"/>
                <a:gd name="connsiteY5" fmla="*/ 924589 h 1087882"/>
                <a:gd name="connsiteX6" fmla="*/ -297 w 3969124"/>
                <a:gd name="connsiteY6" fmla="*/ 924376 h 1087882"/>
                <a:gd name="connsiteX7" fmla="*/ -297 w 3969124"/>
                <a:gd name="connsiteY7" fmla="*/ 163258 h 1087882"/>
                <a:gd name="connsiteX8" fmla="*/ 162963 w 3969124"/>
                <a:gd name="connsiteY8" fmla="*/ -124 h 1087882"/>
                <a:gd name="connsiteX9" fmla="*/ 163055 w 3969124"/>
                <a:gd name="connsiteY9" fmla="*/ -124 h 1087882"/>
                <a:gd name="connsiteX10" fmla="*/ 3805476 w 3969124"/>
                <a:gd name="connsiteY10" fmla="*/ -124 h 1087882"/>
                <a:gd name="connsiteX11" fmla="*/ 3968828 w 3969124"/>
                <a:gd name="connsiteY11" fmla="*/ 163227 h 1087882"/>
                <a:gd name="connsiteX12" fmla="*/ 3968828 w 3969124"/>
                <a:gd name="connsiteY12" fmla="*/ 163258 h 10878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969124" h="1087882">
                  <a:moveTo>
                    <a:pt x="3968828" y="163258"/>
                  </a:moveTo>
                  <a:lnTo>
                    <a:pt x="3968828" y="924376"/>
                  </a:lnTo>
                  <a:cubicBezTo>
                    <a:pt x="3968858" y="1014587"/>
                    <a:pt x="3895718" y="1087728"/>
                    <a:pt x="3805506" y="1087758"/>
                  </a:cubicBezTo>
                  <a:cubicBezTo>
                    <a:pt x="3805506" y="1087758"/>
                    <a:pt x="3805476" y="1087758"/>
                    <a:pt x="3805476" y="1087758"/>
                  </a:cubicBezTo>
                  <a:lnTo>
                    <a:pt x="163055" y="1087758"/>
                  </a:lnTo>
                  <a:cubicBezTo>
                    <a:pt x="72889" y="1087819"/>
                    <a:pt x="-245" y="1014771"/>
                    <a:pt x="-297" y="924589"/>
                  </a:cubicBezTo>
                  <a:cubicBezTo>
                    <a:pt x="-297" y="924529"/>
                    <a:pt x="-297" y="924437"/>
                    <a:pt x="-297" y="924376"/>
                  </a:cubicBezTo>
                  <a:lnTo>
                    <a:pt x="-297" y="163258"/>
                  </a:lnTo>
                  <a:cubicBezTo>
                    <a:pt x="-331" y="73046"/>
                    <a:pt x="72764" y="-94"/>
                    <a:pt x="162963" y="-124"/>
                  </a:cubicBezTo>
                  <a:cubicBezTo>
                    <a:pt x="162994" y="-124"/>
                    <a:pt x="163024" y="-124"/>
                    <a:pt x="163055" y="-124"/>
                  </a:cubicBezTo>
                  <a:lnTo>
                    <a:pt x="3805476" y="-124"/>
                  </a:lnTo>
                  <a:cubicBezTo>
                    <a:pt x="3895687" y="-124"/>
                    <a:pt x="3968828" y="73016"/>
                    <a:pt x="3968828" y="163227"/>
                  </a:cubicBezTo>
                  <a:cubicBezTo>
                    <a:pt x="3968828" y="163227"/>
                    <a:pt x="3968828" y="163258"/>
                    <a:pt x="3968828" y="163258"/>
                  </a:cubicBezTo>
                  <a:close/>
                </a:path>
              </a:pathLst>
            </a:custGeom>
            <a:solidFill>
              <a:srgbClr val="FFFFFF"/>
            </a:solidFill>
            <a:ln w="3051" cap="flat">
              <a:noFill/>
              <a:prstDash val="solid"/>
              <a:miter/>
            </a:ln>
            <a:effectLst>
              <a:outerShdw blurRad="127000" sx="102000" sy="102000" algn="ctr" rotWithShape="0">
                <a:prstClr val="black">
                  <a:alpha val="10000"/>
                </a:prstClr>
              </a:outerShdw>
            </a:effectLst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0F57E7B6-BA23-0798-43A3-6FFDE0B1681B}"/>
                </a:ext>
              </a:extLst>
            </p:cNvPr>
            <p:cNvSpPr/>
            <p:nvPr/>
          </p:nvSpPr>
          <p:spPr>
            <a:xfrm>
              <a:off x="1199692" y="6534059"/>
              <a:ext cx="816905" cy="1107091"/>
            </a:xfrm>
            <a:custGeom>
              <a:avLst/>
              <a:gdLst>
                <a:gd name="connsiteX0" fmla="*/ 172674 w 816905"/>
                <a:gd name="connsiteY0" fmla="*/ 1106875 h 1107091"/>
                <a:gd name="connsiteX1" fmla="*/ -297 w 816905"/>
                <a:gd name="connsiteY1" fmla="*/ 934026 h 1107091"/>
                <a:gd name="connsiteX2" fmla="*/ -297 w 816905"/>
                <a:gd name="connsiteY2" fmla="*/ 933904 h 1107091"/>
                <a:gd name="connsiteX3" fmla="*/ -297 w 816905"/>
                <a:gd name="connsiteY3" fmla="*/ 172786 h 1107091"/>
                <a:gd name="connsiteX4" fmla="*/ 172552 w 816905"/>
                <a:gd name="connsiteY4" fmla="*/ -124 h 1107091"/>
                <a:gd name="connsiteX5" fmla="*/ 172583 w 816905"/>
                <a:gd name="connsiteY5" fmla="*/ -124 h 1107091"/>
                <a:gd name="connsiteX6" fmla="*/ 688688 w 816905"/>
                <a:gd name="connsiteY6" fmla="*/ -124 h 1107091"/>
                <a:gd name="connsiteX7" fmla="*/ 691284 w 816905"/>
                <a:gd name="connsiteY7" fmla="*/ 5250 h 1107091"/>
                <a:gd name="connsiteX8" fmla="*/ 691284 w 816905"/>
                <a:gd name="connsiteY8" fmla="*/ 1101592 h 1107091"/>
                <a:gd name="connsiteX9" fmla="*/ 688688 w 816905"/>
                <a:gd name="connsiteY9" fmla="*/ 1106967 h 11070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816905" h="1107091">
                  <a:moveTo>
                    <a:pt x="172674" y="1106875"/>
                  </a:moveTo>
                  <a:cubicBezTo>
                    <a:pt x="77180" y="1106906"/>
                    <a:pt x="-264" y="1029521"/>
                    <a:pt x="-297" y="934026"/>
                  </a:cubicBezTo>
                  <a:cubicBezTo>
                    <a:pt x="-297" y="933996"/>
                    <a:pt x="-297" y="933934"/>
                    <a:pt x="-297" y="933904"/>
                  </a:cubicBezTo>
                  <a:lnTo>
                    <a:pt x="-297" y="172786"/>
                  </a:lnTo>
                  <a:cubicBezTo>
                    <a:pt x="-316" y="77322"/>
                    <a:pt x="77073" y="-94"/>
                    <a:pt x="172552" y="-124"/>
                  </a:cubicBezTo>
                  <a:cubicBezTo>
                    <a:pt x="172561" y="-124"/>
                    <a:pt x="172574" y="-124"/>
                    <a:pt x="172583" y="-124"/>
                  </a:cubicBezTo>
                  <a:lnTo>
                    <a:pt x="688688" y="-124"/>
                  </a:lnTo>
                  <a:lnTo>
                    <a:pt x="691284" y="5250"/>
                  </a:lnTo>
                  <a:cubicBezTo>
                    <a:pt x="858383" y="351590"/>
                    <a:pt x="858383" y="755252"/>
                    <a:pt x="691284" y="1101592"/>
                  </a:cubicBezTo>
                  <a:lnTo>
                    <a:pt x="688688" y="1106967"/>
                  </a:lnTo>
                  <a:close/>
                </a:path>
              </a:pathLst>
            </a:custGeom>
            <a:solidFill>
              <a:schemeClr val="accent6"/>
            </a:solidFill>
            <a:ln w="3051" cap="flat">
              <a:noFill/>
              <a:prstDash val="solid"/>
              <a:miter/>
            </a:ln>
            <a:effectLst>
              <a:outerShdw blurRad="127000" sx="102000" sy="102000" algn="ctr" rotWithShape="0">
                <a:prstClr val="black">
                  <a:alpha val="10000"/>
                </a:prstClr>
              </a:outerShdw>
            </a:effectLst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5F863002-B45D-98B8-5023-940CCD9E3C81}"/>
                </a:ext>
              </a:extLst>
            </p:cNvPr>
            <p:cNvSpPr/>
            <p:nvPr/>
          </p:nvSpPr>
          <p:spPr>
            <a:xfrm>
              <a:off x="1507187" y="6699764"/>
              <a:ext cx="775623" cy="775623"/>
            </a:xfrm>
            <a:custGeom>
              <a:avLst/>
              <a:gdLst>
                <a:gd name="connsiteX0" fmla="*/ 179118 w 775623"/>
                <a:gd name="connsiteY0" fmla="*/ 775499 h 775623"/>
                <a:gd name="connsiteX1" fmla="*/ -297 w 775623"/>
                <a:gd name="connsiteY1" fmla="*/ 596084 h 775623"/>
                <a:gd name="connsiteX2" fmla="*/ -297 w 775623"/>
                <a:gd name="connsiteY2" fmla="*/ 179260 h 775623"/>
                <a:gd name="connsiteX3" fmla="*/ 179087 w 775623"/>
                <a:gd name="connsiteY3" fmla="*/ -124 h 775623"/>
                <a:gd name="connsiteX4" fmla="*/ 179118 w 775623"/>
                <a:gd name="connsiteY4" fmla="*/ -124 h 775623"/>
                <a:gd name="connsiteX5" fmla="*/ 595911 w 775623"/>
                <a:gd name="connsiteY5" fmla="*/ -124 h 775623"/>
                <a:gd name="connsiteX6" fmla="*/ 775327 w 775623"/>
                <a:gd name="connsiteY6" fmla="*/ 179260 h 775623"/>
                <a:gd name="connsiteX7" fmla="*/ 775327 w 775623"/>
                <a:gd name="connsiteY7" fmla="*/ 596084 h 775623"/>
                <a:gd name="connsiteX8" fmla="*/ 595911 w 775623"/>
                <a:gd name="connsiteY8" fmla="*/ 775499 h 775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75623" h="775623">
                  <a:moveTo>
                    <a:pt x="179118" y="775499"/>
                  </a:moveTo>
                  <a:cubicBezTo>
                    <a:pt x="80038" y="775469"/>
                    <a:pt x="-279" y="695152"/>
                    <a:pt x="-297" y="596084"/>
                  </a:cubicBezTo>
                  <a:lnTo>
                    <a:pt x="-297" y="179260"/>
                  </a:lnTo>
                  <a:cubicBezTo>
                    <a:pt x="-297" y="80192"/>
                    <a:pt x="80017" y="-124"/>
                    <a:pt x="179087" y="-124"/>
                  </a:cubicBezTo>
                  <a:cubicBezTo>
                    <a:pt x="179097" y="-124"/>
                    <a:pt x="179109" y="-124"/>
                    <a:pt x="179118" y="-124"/>
                  </a:cubicBezTo>
                  <a:lnTo>
                    <a:pt x="595911" y="-124"/>
                  </a:lnTo>
                  <a:cubicBezTo>
                    <a:pt x="694988" y="-124"/>
                    <a:pt x="775308" y="80192"/>
                    <a:pt x="775327" y="179260"/>
                  </a:cubicBezTo>
                  <a:lnTo>
                    <a:pt x="775327" y="596084"/>
                  </a:lnTo>
                  <a:cubicBezTo>
                    <a:pt x="775308" y="695152"/>
                    <a:pt x="694991" y="775469"/>
                    <a:pt x="595911" y="775499"/>
                  </a:cubicBezTo>
                  <a:close/>
                </a:path>
              </a:pathLst>
            </a:custGeom>
            <a:solidFill>
              <a:schemeClr val="accent6">
                <a:lumMod val="75000"/>
              </a:schemeClr>
            </a:solidFill>
            <a:ln w="3051" cap="flat">
              <a:noFill/>
              <a:prstDash val="solid"/>
              <a:miter/>
            </a:ln>
            <a:effectLst>
              <a:outerShdw blurRad="127000" sx="102000" sy="102000" algn="ctr" rotWithShape="0">
                <a:prstClr val="black">
                  <a:alpha val="10000"/>
                </a:prstClr>
              </a:outerShdw>
            </a:effectLst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3DAE41D-8F44-F175-EFE0-C59D43CC4C3F}"/>
                </a:ext>
              </a:extLst>
            </p:cNvPr>
            <p:cNvSpPr txBox="1"/>
            <p:nvPr/>
          </p:nvSpPr>
          <p:spPr>
            <a:xfrm>
              <a:off x="2420695" y="6706116"/>
              <a:ext cx="2353644" cy="77491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defTabSz="740664">
                <a:spcAft>
                  <a:spcPts val="600"/>
                </a:spcAft>
              </a:pPr>
              <a:r>
                <a:rPr lang="en-US" sz="1458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Segoe UI" panose="020B0502040204020203" pitchFamily="34" charset="0"/>
                  <a:ea typeface="+mn-ea"/>
                  <a:cs typeface="Segoe UI" panose="020B0502040204020203" pitchFamily="34" charset="0"/>
                </a:rPr>
                <a:t>Limitations &amp; Future Development</a:t>
              </a:r>
              <a:endParaRPr lang="en-IN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DCBE0F72-8E49-03E2-0923-2A8480707E90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rcRect/>
            <a:stretch/>
          </p:blipFill>
          <p:spPr>
            <a:xfrm>
              <a:off x="1725428" y="6897596"/>
              <a:ext cx="339139" cy="41788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147081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57370AA-D78D-2845-E1D2-26BEA76656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1D13902-7324-7905-04F8-0E9A2E6542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839F453-6AD4-312C-3DD7-B31CF496A1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logo for a university&#10;&#10;AI-generated content may be incorrect.">
            <a:extLst>
              <a:ext uri="{FF2B5EF4-FFF2-40B4-BE49-F238E27FC236}">
                <a16:creationId xmlns:a16="http://schemas.microsoft.com/office/drawing/2014/main" id="{25313B1D-B6E8-3411-E566-A8C6AB8DA6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663" y="0"/>
            <a:ext cx="1524000" cy="768502"/>
          </a:xfrm>
          <a:prstGeom prst="rect">
            <a:avLst/>
          </a:prstGeom>
        </p:spPr>
      </p:pic>
      <p:grpSp>
        <p:nvGrpSpPr>
          <p:cNvPr id="25" name="Group 24">
            <a:extLst>
              <a:ext uri="{FF2B5EF4-FFF2-40B4-BE49-F238E27FC236}">
                <a16:creationId xmlns:a16="http://schemas.microsoft.com/office/drawing/2014/main" id="{9BD5B0B2-9F97-535E-21C0-C506CCC5CE2A}"/>
              </a:ext>
            </a:extLst>
          </p:cNvPr>
          <p:cNvGrpSpPr/>
          <p:nvPr/>
        </p:nvGrpSpPr>
        <p:grpSpPr>
          <a:xfrm>
            <a:off x="835742" y="2310581"/>
            <a:ext cx="2949678" cy="3175819"/>
            <a:chOff x="835742" y="2310581"/>
            <a:chExt cx="2949678" cy="3175819"/>
          </a:xfrm>
          <a:solidFill>
            <a:srgbClr val="0061AF">
              <a:alpha val="82000"/>
            </a:srgbClr>
          </a:solidFill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3466A168-BC34-A8FD-50BB-D0B75C3DFD59}"/>
                </a:ext>
              </a:extLst>
            </p:cNvPr>
            <p:cNvSpPr/>
            <p:nvPr/>
          </p:nvSpPr>
          <p:spPr>
            <a:xfrm>
              <a:off x="835742" y="2310581"/>
              <a:ext cx="2949678" cy="3175819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141C1CC-42F5-D710-A36E-3012087783BE}"/>
                </a:ext>
              </a:extLst>
            </p:cNvPr>
            <p:cNvSpPr txBox="1"/>
            <p:nvPr/>
          </p:nvSpPr>
          <p:spPr>
            <a:xfrm>
              <a:off x="1239018" y="3898490"/>
              <a:ext cx="218962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>
                  <a:solidFill>
                    <a:schemeClr val="bg1"/>
                  </a:solidFill>
                </a:rPr>
                <a:t>Nguyen Thanh Kien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A23957D-629F-7BB5-A428-56E504D32771}"/>
                </a:ext>
              </a:extLst>
            </p:cNvPr>
            <p:cNvSpPr txBox="1"/>
            <p:nvPr/>
          </p:nvSpPr>
          <p:spPr>
            <a:xfrm>
              <a:off x="1047832" y="4230057"/>
              <a:ext cx="253739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600">
                  <a:solidFill>
                    <a:schemeClr val="bg1"/>
                  </a:solidFill>
                  <a:latin typeface="Grandview Display (Body)"/>
                </a:rPr>
                <a:t>Full-stack Developer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600">
                  <a:solidFill>
                    <a:schemeClr val="bg1"/>
                  </a:solidFill>
                  <a:latin typeface="Grandview Display (Body)"/>
                </a:rPr>
                <a:t>Database Design &amp; Architecture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5B95ED48-9A18-EB61-5EBA-E4989C91DF2E}"/>
                </a:ext>
              </a:extLst>
            </p:cNvPr>
            <p:cNvSpPr/>
            <p:nvPr/>
          </p:nvSpPr>
          <p:spPr>
            <a:xfrm>
              <a:off x="1585002" y="2468383"/>
              <a:ext cx="1482640" cy="1430107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ACFAA89F-2891-C62E-E681-CAE4DC527558}"/>
              </a:ext>
            </a:extLst>
          </p:cNvPr>
          <p:cNvGrpSpPr/>
          <p:nvPr/>
        </p:nvGrpSpPr>
        <p:grpSpPr>
          <a:xfrm>
            <a:off x="8446254" y="2310581"/>
            <a:ext cx="2949678" cy="3175819"/>
            <a:chOff x="8446254" y="2310581"/>
            <a:chExt cx="2949678" cy="3175819"/>
          </a:xfrm>
          <a:solidFill>
            <a:srgbClr val="0AAF48">
              <a:alpha val="82000"/>
            </a:srgbClr>
          </a:solidFill>
        </p:grpSpPr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BBFE1EC7-40B1-2931-2F76-CD075CA98761}"/>
                </a:ext>
              </a:extLst>
            </p:cNvPr>
            <p:cNvSpPr/>
            <p:nvPr/>
          </p:nvSpPr>
          <p:spPr>
            <a:xfrm>
              <a:off x="8446254" y="2310581"/>
              <a:ext cx="2949678" cy="3175819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C7664091-8094-050B-0645-83F7522247C9}"/>
                </a:ext>
              </a:extLst>
            </p:cNvPr>
            <p:cNvSpPr txBox="1"/>
            <p:nvPr/>
          </p:nvSpPr>
          <p:spPr>
            <a:xfrm>
              <a:off x="8728087" y="4011382"/>
              <a:ext cx="238601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>
                  <a:solidFill>
                    <a:schemeClr val="bg1"/>
                  </a:solidFill>
                </a:rPr>
                <a:t>Nguyen Khang Thinh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2D0969F1-3C89-9242-4C71-AB8605268D3C}"/>
                </a:ext>
              </a:extLst>
            </p:cNvPr>
            <p:cNvSpPr txBox="1"/>
            <p:nvPr/>
          </p:nvSpPr>
          <p:spPr>
            <a:xfrm>
              <a:off x="8679801" y="4342949"/>
              <a:ext cx="248351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>
                  <a:solidFill>
                    <a:schemeClr val="bg1"/>
                  </a:solidFill>
                </a:rPr>
                <a:t>Frontend Developer</a:t>
              </a:r>
              <a:endParaRPr lang="en-US" sz="1600">
                <a:solidFill>
                  <a:schemeClr val="bg1"/>
                </a:solidFill>
              </a:endParaRP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C420EE94-8325-4B8A-3DE8-F58CE12888C4}"/>
                </a:ext>
              </a:extLst>
            </p:cNvPr>
            <p:cNvSpPr/>
            <p:nvPr/>
          </p:nvSpPr>
          <p:spPr>
            <a:xfrm>
              <a:off x="9216971" y="2581275"/>
              <a:ext cx="1451156" cy="1430107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AA4EE44B-9390-B733-6315-142B171915EC}"/>
              </a:ext>
            </a:extLst>
          </p:cNvPr>
          <p:cNvGrpSpPr/>
          <p:nvPr/>
        </p:nvGrpSpPr>
        <p:grpSpPr>
          <a:xfrm>
            <a:off x="4621161" y="2310581"/>
            <a:ext cx="2949678" cy="3175819"/>
            <a:chOff x="4621161" y="2310581"/>
            <a:chExt cx="2949678" cy="3175819"/>
          </a:xfrm>
          <a:solidFill>
            <a:srgbClr val="F26F21">
              <a:alpha val="82000"/>
            </a:srgbClr>
          </a:solidFill>
        </p:grpSpPr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F602A28D-BCDE-C561-A8C8-99F7A2369DA9}"/>
                </a:ext>
              </a:extLst>
            </p:cNvPr>
            <p:cNvSpPr/>
            <p:nvPr/>
          </p:nvSpPr>
          <p:spPr>
            <a:xfrm>
              <a:off x="4621161" y="2310581"/>
              <a:ext cx="2949678" cy="3175819"/>
            </a:xfrm>
            <a:prstGeom prst="roundRect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7E0D087A-FF24-0FD9-0515-9AE806566819}"/>
                </a:ext>
              </a:extLst>
            </p:cNvPr>
            <p:cNvSpPr txBox="1"/>
            <p:nvPr/>
          </p:nvSpPr>
          <p:spPr>
            <a:xfrm>
              <a:off x="5001577" y="4011382"/>
              <a:ext cx="214312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>
                  <a:solidFill>
                    <a:schemeClr val="bg1"/>
                  </a:solidFill>
                </a:rPr>
                <a:t>Nguyen Quang Vinh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63A6162A-683B-B695-926F-886A1759A288}"/>
                </a:ext>
              </a:extLst>
            </p:cNvPr>
            <p:cNvSpPr txBox="1"/>
            <p:nvPr/>
          </p:nvSpPr>
          <p:spPr>
            <a:xfrm>
              <a:off x="4810391" y="4342949"/>
              <a:ext cx="2483512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600">
                  <a:solidFill>
                    <a:schemeClr val="bg1"/>
                  </a:solidFill>
                </a:rPr>
                <a:t>Frontend Developer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600">
                  <a:solidFill>
                    <a:schemeClr val="bg1"/>
                  </a:solidFill>
                </a:rPr>
                <a:t>System Function Testing</a:t>
              </a:r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F231C9B9-B419-11C2-C642-2BEEF43140F9}"/>
                </a:ext>
              </a:extLst>
            </p:cNvPr>
            <p:cNvSpPr/>
            <p:nvPr/>
          </p:nvSpPr>
          <p:spPr>
            <a:xfrm>
              <a:off x="5347561" y="2581275"/>
              <a:ext cx="1451156" cy="1430107"/>
            </a:xfrm>
            <a:prstGeom prst="ellips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359F44F8-9232-1331-BED3-78717B8E919E}"/>
              </a:ext>
            </a:extLst>
          </p:cNvPr>
          <p:cNvSpPr txBox="1"/>
          <p:nvPr/>
        </p:nvSpPr>
        <p:spPr>
          <a:xfrm>
            <a:off x="0" y="308121"/>
            <a:ext cx="1219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b="1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Team Introduction</a:t>
            </a:r>
          </a:p>
        </p:txBody>
      </p:sp>
    </p:spTree>
    <p:extLst>
      <p:ext uri="{BB962C8B-B14F-4D97-AF65-F5344CB8AC3E}">
        <p14:creationId xmlns:p14="http://schemas.microsoft.com/office/powerpoint/2010/main" val="16146877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49F233-E626-B7E0-EEF8-60D393BDC6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F65CEB8-1AB1-C149-51CE-A40B14AADB74}"/>
              </a:ext>
            </a:extLst>
          </p:cNvPr>
          <p:cNvSpPr txBox="1"/>
          <p:nvPr/>
        </p:nvSpPr>
        <p:spPr>
          <a:xfrm>
            <a:off x="0" y="308121"/>
            <a:ext cx="1219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b="1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Project Scope</a:t>
            </a:r>
            <a:endParaRPr lang="en-IN" sz="3200" b="1" dirty="0">
              <a:solidFill>
                <a:schemeClr val="tx1">
                  <a:lumMod val="85000"/>
                  <a:lumOff val="1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6A1C510E-06DA-E5CD-3293-5CBCEEEAD462}"/>
              </a:ext>
            </a:extLst>
          </p:cNvPr>
          <p:cNvGrpSpPr/>
          <p:nvPr/>
        </p:nvGrpSpPr>
        <p:grpSpPr>
          <a:xfrm>
            <a:off x="934811" y="1265465"/>
            <a:ext cx="10667093" cy="2758622"/>
            <a:chOff x="762453" y="1132115"/>
            <a:chExt cx="10667093" cy="2758622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44810FF5-9B84-5D3B-F7B3-A12F70FA6C83}"/>
                </a:ext>
              </a:extLst>
            </p:cNvPr>
            <p:cNvSpPr/>
            <p:nvPr/>
          </p:nvSpPr>
          <p:spPr>
            <a:xfrm>
              <a:off x="3243943" y="1132115"/>
              <a:ext cx="5704115" cy="719364"/>
            </a:xfrm>
            <a:prstGeom prst="roundRect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b="1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Scope Includes</a:t>
              </a:r>
              <a:endParaRPr lang="en-IN" b="1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6" name="Rectangle: Diagonal Corners Snipped 5">
              <a:extLst>
                <a:ext uri="{FF2B5EF4-FFF2-40B4-BE49-F238E27FC236}">
                  <a16:creationId xmlns:a16="http://schemas.microsoft.com/office/drawing/2014/main" id="{05381AA6-2748-8101-3EE4-A0A9CD7D8FE4}"/>
                </a:ext>
              </a:extLst>
            </p:cNvPr>
            <p:cNvSpPr/>
            <p:nvPr/>
          </p:nvSpPr>
          <p:spPr>
            <a:xfrm>
              <a:off x="762453" y="2424793"/>
              <a:ext cx="2148114" cy="1465944"/>
            </a:xfrm>
            <a:prstGeom prst="snip2Diag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60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Warranty Claims</a:t>
              </a:r>
              <a:endParaRPr lang="en-IN" sz="16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7" name="Rectangle: Diagonal Corners Snipped 6">
              <a:extLst>
                <a:ext uri="{FF2B5EF4-FFF2-40B4-BE49-F238E27FC236}">
                  <a16:creationId xmlns:a16="http://schemas.microsoft.com/office/drawing/2014/main" id="{219FE1D1-64CF-8B08-38EF-8A90426C0C93}"/>
                </a:ext>
              </a:extLst>
            </p:cNvPr>
            <p:cNvSpPr/>
            <p:nvPr/>
          </p:nvSpPr>
          <p:spPr>
            <a:xfrm>
              <a:off x="3602113" y="2424793"/>
              <a:ext cx="2148114" cy="1465944"/>
            </a:xfrm>
            <a:prstGeom prst="snip2Diag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60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Part Requests</a:t>
              </a:r>
              <a:endParaRPr lang="en-IN" sz="16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8" name="Rectangle: Diagonal Corners Snipped 7">
              <a:extLst>
                <a:ext uri="{FF2B5EF4-FFF2-40B4-BE49-F238E27FC236}">
                  <a16:creationId xmlns:a16="http://schemas.microsoft.com/office/drawing/2014/main" id="{FB83EE29-9E29-B279-2781-40E2FB6EDB2C}"/>
                </a:ext>
              </a:extLst>
            </p:cNvPr>
            <p:cNvSpPr/>
            <p:nvPr/>
          </p:nvSpPr>
          <p:spPr>
            <a:xfrm>
              <a:off x="6441773" y="2424793"/>
              <a:ext cx="2148114" cy="1465944"/>
            </a:xfrm>
            <a:prstGeom prst="snip2Diag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60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Recall Management</a:t>
              </a:r>
              <a:endParaRPr lang="en-IN" sz="16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9" name="Rectangle: Diagonal Corners Snipped 8">
              <a:extLst>
                <a:ext uri="{FF2B5EF4-FFF2-40B4-BE49-F238E27FC236}">
                  <a16:creationId xmlns:a16="http://schemas.microsoft.com/office/drawing/2014/main" id="{17FAD318-F225-3F88-0664-5068C6B04F40}"/>
                </a:ext>
              </a:extLst>
            </p:cNvPr>
            <p:cNvSpPr/>
            <p:nvPr/>
          </p:nvSpPr>
          <p:spPr>
            <a:xfrm>
              <a:off x="9281432" y="2424793"/>
              <a:ext cx="2148114" cy="1465944"/>
            </a:xfrm>
            <a:prstGeom prst="snip2Diag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160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Customer Feedback</a:t>
              </a:r>
              <a:endParaRPr lang="en-IN" sz="16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cxnSp>
          <p:nvCxnSpPr>
            <p:cNvPr id="15" name="Connector: Elbow 14">
              <a:extLst>
                <a:ext uri="{FF2B5EF4-FFF2-40B4-BE49-F238E27FC236}">
                  <a16:creationId xmlns:a16="http://schemas.microsoft.com/office/drawing/2014/main" id="{3626AD14-EF4E-381D-64E5-CF73B33BE2DB}"/>
                </a:ext>
              </a:extLst>
            </p:cNvPr>
            <p:cNvCxnSpPr>
              <a:cxnSpLocks/>
              <a:stCxn id="5" idx="2"/>
              <a:endCxn id="6" idx="3"/>
            </p:cNvCxnSpPr>
            <p:nvPr/>
          </p:nvCxnSpPr>
          <p:spPr>
            <a:xfrm rot="5400000">
              <a:off x="3679599" y="8391"/>
              <a:ext cx="573314" cy="4259491"/>
            </a:xfrm>
            <a:prstGeom prst="bentConnector3">
              <a:avLst/>
            </a:prstGeom>
            <a:ln w="25400">
              <a:solidFill>
                <a:schemeClr val="bg2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ctor: Elbow 17">
              <a:extLst>
                <a:ext uri="{FF2B5EF4-FFF2-40B4-BE49-F238E27FC236}">
                  <a16:creationId xmlns:a16="http://schemas.microsoft.com/office/drawing/2014/main" id="{32060401-5952-2762-D712-3EC8AA8EA3B1}"/>
                </a:ext>
              </a:extLst>
            </p:cNvPr>
            <p:cNvCxnSpPr>
              <a:cxnSpLocks/>
              <a:stCxn id="5" idx="2"/>
              <a:endCxn id="9" idx="3"/>
            </p:cNvCxnSpPr>
            <p:nvPr/>
          </p:nvCxnSpPr>
          <p:spPr>
            <a:xfrm rot="16200000" flipH="1">
              <a:off x="7939088" y="8392"/>
              <a:ext cx="573314" cy="4259488"/>
            </a:xfrm>
            <a:prstGeom prst="bentConnector3">
              <a:avLst/>
            </a:prstGeom>
            <a:ln w="25400">
              <a:solidFill>
                <a:schemeClr val="bg2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ctor: Elbow 20">
              <a:extLst>
                <a:ext uri="{FF2B5EF4-FFF2-40B4-BE49-F238E27FC236}">
                  <a16:creationId xmlns:a16="http://schemas.microsoft.com/office/drawing/2014/main" id="{5CB3E47B-8EDC-9FBF-791C-CBA5B30A6043}"/>
                </a:ext>
              </a:extLst>
            </p:cNvPr>
            <p:cNvCxnSpPr>
              <a:cxnSpLocks/>
              <a:stCxn id="5" idx="2"/>
              <a:endCxn id="7" idx="3"/>
            </p:cNvCxnSpPr>
            <p:nvPr/>
          </p:nvCxnSpPr>
          <p:spPr>
            <a:xfrm rot="5400000">
              <a:off x="5099429" y="1428221"/>
              <a:ext cx="573314" cy="1419831"/>
            </a:xfrm>
            <a:prstGeom prst="bentConnector3">
              <a:avLst>
                <a:gd name="adj1" fmla="val 50000"/>
              </a:avLst>
            </a:prstGeom>
            <a:ln w="25400">
              <a:solidFill>
                <a:schemeClr val="bg2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nector: Elbow 24">
              <a:extLst>
                <a:ext uri="{FF2B5EF4-FFF2-40B4-BE49-F238E27FC236}">
                  <a16:creationId xmlns:a16="http://schemas.microsoft.com/office/drawing/2014/main" id="{7ABE2C14-C87B-D723-1424-D8B5E632562E}"/>
                </a:ext>
              </a:extLst>
            </p:cNvPr>
            <p:cNvCxnSpPr>
              <a:cxnSpLocks/>
              <a:stCxn id="5" idx="2"/>
              <a:endCxn id="8" idx="3"/>
            </p:cNvCxnSpPr>
            <p:nvPr/>
          </p:nvCxnSpPr>
          <p:spPr>
            <a:xfrm rot="16200000" flipH="1">
              <a:off x="6519258" y="1428221"/>
              <a:ext cx="573314" cy="1419829"/>
            </a:xfrm>
            <a:prstGeom prst="bentConnector3">
              <a:avLst/>
            </a:prstGeom>
            <a:ln w="25400">
              <a:solidFill>
                <a:schemeClr val="bg2">
                  <a:lumMod val="75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" name="Picture 1" descr="A logo for a university&#10;&#10;AI-generated content may be incorrect.">
            <a:extLst>
              <a:ext uri="{FF2B5EF4-FFF2-40B4-BE49-F238E27FC236}">
                <a16:creationId xmlns:a16="http://schemas.microsoft.com/office/drawing/2014/main" id="{16554D61-5F3A-DF39-B1F0-24A46D696B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663" y="0"/>
            <a:ext cx="1524000" cy="768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7535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E0BD77-B8B8-9CC2-BC7C-D96EAE7E02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C0274F1-F705-D44D-E0E6-8DC80037A0A9}"/>
              </a:ext>
            </a:extLst>
          </p:cNvPr>
          <p:cNvSpPr txBox="1"/>
          <p:nvPr/>
        </p:nvSpPr>
        <p:spPr>
          <a:xfrm>
            <a:off x="0" y="308121"/>
            <a:ext cx="1219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b="1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System Architecture – Context Diagram</a:t>
            </a:r>
          </a:p>
        </p:txBody>
      </p:sp>
      <p:pic>
        <p:nvPicPr>
          <p:cNvPr id="2" name="Picture 1" descr="A logo for a university&#10;&#10;AI-generated content may be incorrect.">
            <a:extLst>
              <a:ext uri="{FF2B5EF4-FFF2-40B4-BE49-F238E27FC236}">
                <a16:creationId xmlns:a16="http://schemas.microsoft.com/office/drawing/2014/main" id="{65BAA4F7-7211-31FF-B838-98B9B50EB4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663" y="0"/>
            <a:ext cx="1524000" cy="768502"/>
          </a:xfrm>
          <a:prstGeom prst="rect">
            <a:avLst/>
          </a:prstGeom>
        </p:spPr>
      </p:pic>
      <p:pic>
        <p:nvPicPr>
          <p:cNvPr id="5" name="Picture 4" descr="A diagram of a computer system&#10;&#10;AI-generated content may be incorrect.">
            <a:extLst>
              <a:ext uri="{FF2B5EF4-FFF2-40B4-BE49-F238E27FC236}">
                <a16:creationId xmlns:a16="http://schemas.microsoft.com/office/drawing/2014/main" id="{E0059543-F330-9591-6352-56B5CAE20AB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4663" y="998170"/>
            <a:ext cx="8100279" cy="5551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3980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BE1076-C04A-ADA1-FAF1-59D354FCD9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575814D-3E4E-C302-7C5D-1970F6F94847}"/>
              </a:ext>
            </a:extLst>
          </p:cNvPr>
          <p:cNvSpPr txBox="1"/>
          <p:nvPr/>
        </p:nvSpPr>
        <p:spPr>
          <a:xfrm>
            <a:off x="0" y="308121"/>
            <a:ext cx="1219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b="1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System Architecture – Use Case Diagram</a:t>
            </a:r>
          </a:p>
        </p:txBody>
      </p:sp>
      <p:pic>
        <p:nvPicPr>
          <p:cNvPr id="2" name="Picture 1" descr="A logo for a university&#10;&#10;AI-generated content may be incorrect.">
            <a:extLst>
              <a:ext uri="{FF2B5EF4-FFF2-40B4-BE49-F238E27FC236}">
                <a16:creationId xmlns:a16="http://schemas.microsoft.com/office/drawing/2014/main" id="{9691777E-236F-D7E6-CE90-D83F682EE8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663" y="0"/>
            <a:ext cx="1524000" cy="76850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8794A37-E0A8-E782-0DD8-3C257E1E05B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2622" y="1035970"/>
            <a:ext cx="6266756" cy="5513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27367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37B6A2-8441-BEB9-DA01-7D6BBF1B6D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7FDA36E-BC1E-BEE8-E6C0-9B4759007CE8}"/>
              </a:ext>
            </a:extLst>
          </p:cNvPr>
          <p:cNvSpPr txBox="1"/>
          <p:nvPr/>
        </p:nvSpPr>
        <p:spPr>
          <a:xfrm>
            <a:off x="0" y="308121"/>
            <a:ext cx="1219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b="1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System Architecture – Physical Diagram</a:t>
            </a:r>
          </a:p>
        </p:txBody>
      </p:sp>
      <p:pic>
        <p:nvPicPr>
          <p:cNvPr id="2" name="Picture 1" descr="A logo for a university&#10;&#10;AI-generated content may be incorrect.">
            <a:extLst>
              <a:ext uri="{FF2B5EF4-FFF2-40B4-BE49-F238E27FC236}">
                <a16:creationId xmlns:a16="http://schemas.microsoft.com/office/drawing/2014/main" id="{3E77844B-EE7E-133B-9E4D-81ACC7364F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663" y="0"/>
            <a:ext cx="1524000" cy="76850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2256101-DB4C-3987-CD11-7D2A9F15B1E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7050" y="892896"/>
            <a:ext cx="5860646" cy="5921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34477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B9D9D7-6A65-4748-F0C3-9740A49D5A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B846143-8C53-9D44-D17D-2CC01CE05183}"/>
              </a:ext>
            </a:extLst>
          </p:cNvPr>
          <p:cNvSpPr txBox="1"/>
          <p:nvPr/>
        </p:nvSpPr>
        <p:spPr>
          <a:xfrm>
            <a:off x="0" y="308121"/>
            <a:ext cx="1219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b="1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System Architecture</a:t>
            </a:r>
            <a:endParaRPr lang="en-IN" sz="3200" b="1" dirty="0">
              <a:solidFill>
                <a:schemeClr val="tx1">
                  <a:lumMod val="85000"/>
                  <a:lumOff val="1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2" name="Picture 1" descr="A logo for a university&#10;&#10;AI-generated content may be incorrect.">
            <a:extLst>
              <a:ext uri="{FF2B5EF4-FFF2-40B4-BE49-F238E27FC236}">
                <a16:creationId xmlns:a16="http://schemas.microsoft.com/office/drawing/2014/main" id="{534D596D-5648-CF15-2542-29516186B4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663" y="0"/>
            <a:ext cx="1524000" cy="76850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506F09C-4EFB-16E2-1897-5D75F5E410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93" b="16671"/>
          <a:stretch>
            <a:fillRect/>
          </a:stretch>
        </p:blipFill>
        <p:spPr>
          <a:xfrm>
            <a:off x="1337989" y="1603705"/>
            <a:ext cx="9516021" cy="4003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89053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2B9202-F189-EA1E-4306-792DED6BD4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1FAB4238-4B9C-7889-0D35-C5A9F9232A37}"/>
              </a:ext>
            </a:extLst>
          </p:cNvPr>
          <p:cNvSpPr txBox="1"/>
          <p:nvPr/>
        </p:nvSpPr>
        <p:spPr>
          <a:xfrm>
            <a:off x="0" y="308121"/>
            <a:ext cx="12192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b="1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Workflow </a:t>
            </a:r>
            <a:br>
              <a:rPr lang="en-IN" sz="3200" b="1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IN" sz="2400" b="1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Main Flow: Warranty Claim</a:t>
            </a:r>
          </a:p>
        </p:txBody>
      </p:sp>
      <p:pic>
        <p:nvPicPr>
          <p:cNvPr id="2" name="Picture 1" descr="A logo for a university&#10;&#10;AI-generated content may be incorrect.">
            <a:extLst>
              <a:ext uri="{FF2B5EF4-FFF2-40B4-BE49-F238E27FC236}">
                <a16:creationId xmlns:a16="http://schemas.microsoft.com/office/drawing/2014/main" id="{54E25BD6-6197-9D75-D38D-F03172C00E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663" y="0"/>
            <a:ext cx="1524000" cy="76850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49C62D2-3F8E-C082-1780-96A34F1209F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-79" b="14345"/>
          <a:stretch>
            <a:fillRect/>
          </a:stretch>
        </p:blipFill>
        <p:spPr>
          <a:xfrm>
            <a:off x="643398" y="1430132"/>
            <a:ext cx="10905203" cy="3997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22861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79279780-00A7-C4BE-DA75-C634C05BBE16}"/>
              </a:ext>
            </a:extLst>
          </p:cNvPr>
          <p:cNvSpPr txBox="1"/>
          <p:nvPr/>
        </p:nvSpPr>
        <p:spPr>
          <a:xfrm>
            <a:off x="0" y="308121"/>
            <a:ext cx="12192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b="1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Workflow </a:t>
            </a:r>
            <a:br>
              <a:rPr lang="en-IN" sz="3200" b="1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IN" sz="2400" b="1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Sub Flow: Recall</a:t>
            </a:r>
            <a:endParaRPr lang="en-IN" sz="2400" b="1" dirty="0">
              <a:solidFill>
                <a:schemeClr val="tx1">
                  <a:lumMod val="85000"/>
                  <a:lumOff val="1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2" name="Picture 1" descr="A logo for a university&#10;&#10;AI-generated content may be incorrect.">
            <a:extLst>
              <a:ext uri="{FF2B5EF4-FFF2-40B4-BE49-F238E27FC236}">
                <a16:creationId xmlns:a16="http://schemas.microsoft.com/office/drawing/2014/main" id="{7FF6796D-FADC-A9B7-7604-05BEED0053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663" y="0"/>
            <a:ext cx="1524000" cy="768502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885EF222-4F84-40FD-5C70-ABD73DE0213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9" b="9728"/>
          <a:stretch>
            <a:fillRect/>
          </a:stretch>
        </p:blipFill>
        <p:spPr>
          <a:xfrm>
            <a:off x="3106994" y="1262228"/>
            <a:ext cx="5978012" cy="5377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27329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CEF6F7F-EBB7-3442-486A-96E2516E38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309B015-86A3-DC83-22D9-2081B83A8588}"/>
              </a:ext>
            </a:extLst>
          </p:cNvPr>
          <p:cNvSpPr txBox="1"/>
          <p:nvPr/>
        </p:nvSpPr>
        <p:spPr>
          <a:xfrm>
            <a:off x="643573" y="2943951"/>
            <a:ext cx="3771804" cy="269686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4400" b="1">
                <a:latin typeface="+mj-lt"/>
                <a:ea typeface="+mj-ea"/>
                <a:cs typeface="+mj-cs"/>
              </a:rPr>
              <a:t>Achievements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8CED01B4-40F2-4CAE-8062-1D4CE8454C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2835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 descr="A logo for a university&#10;&#10;AI-generated content may be incorrect.">
            <a:extLst>
              <a:ext uri="{FF2B5EF4-FFF2-40B4-BE49-F238E27FC236}">
                <a16:creationId xmlns:a16="http://schemas.microsoft.com/office/drawing/2014/main" id="{3D6756B2-E2B2-51CD-77D0-758CDA7517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663" y="0"/>
            <a:ext cx="1524000" cy="768502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16D5EC2D-55CE-2CEE-29A6-3CEBB346A7ED}"/>
              </a:ext>
            </a:extLst>
          </p:cNvPr>
          <p:cNvGrpSpPr/>
          <p:nvPr/>
        </p:nvGrpSpPr>
        <p:grpSpPr>
          <a:xfrm>
            <a:off x="4415377" y="1330602"/>
            <a:ext cx="7213877" cy="4196796"/>
            <a:chOff x="4415377" y="1330602"/>
            <a:chExt cx="7213877" cy="4196796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40359F8A-2D9E-B05F-0DC9-1FA48735525F}"/>
                </a:ext>
              </a:extLst>
            </p:cNvPr>
            <p:cNvGrpSpPr/>
            <p:nvPr/>
          </p:nvGrpSpPr>
          <p:grpSpPr>
            <a:xfrm>
              <a:off x="4415377" y="1330602"/>
              <a:ext cx="7213877" cy="4196796"/>
              <a:chOff x="1034579" y="1503298"/>
              <a:chExt cx="5479552" cy="3310995"/>
            </a:xfrm>
          </p:grpSpPr>
          <p:sp>
            <p:nvSpPr>
              <p:cNvPr id="3" name="Rectangle: Rounded Corners 2">
                <a:extLst>
                  <a:ext uri="{FF2B5EF4-FFF2-40B4-BE49-F238E27FC236}">
                    <a16:creationId xmlns:a16="http://schemas.microsoft.com/office/drawing/2014/main" id="{06671F1E-DC7C-E2F5-69D1-34746C7E31F6}"/>
                  </a:ext>
                </a:extLst>
              </p:cNvPr>
              <p:cNvSpPr/>
              <p:nvPr/>
            </p:nvSpPr>
            <p:spPr>
              <a:xfrm>
                <a:off x="1523006" y="1504589"/>
                <a:ext cx="4189031" cy="3309704"/>
              </a:xfrm>
              <a:prstGeom prst="roundRect">
                <a:avLst/>
              </a:prstGeom>
              <a:solidFill>
                <a:schemeClr val="bg1"/>
              </a:solidFill>
              <a:ln w="7171" cap="flat">
                <a:noFill/>
                <a:prstDash val="solid"/>
                <a:miter/>
              </a:ln>
              <a:effectLst>
                <a:outerShdw blurRad="127000" sx="102000" sy="102000" algn="ctr" rotWithShape="0">
                  <a:prstClr val="black">
                    <a:alpha val="10000"/>
                  </a:prstClr>
                </a:outerShdw>
              </a:effectLst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4" name="Freeform: Shape 3">
                <a:extLst>
                  <a:ext uri="{FF2B5EF4-FFF2-40B4-BE49-F238E27FC236}">
                    <a16:creationId xmlns:a16="http://schemas.microsoft.com/office/drawing/2014/main" id="{70E13B3F-A9A8-0328-B5F2-C6EA214B083F}"/>
                  </a:ext>
                </a:extLst>
              </p:cNvPr>
              <p:cNvSpPr/>
              <p:nvPr/>
            </p:nvSpPr>
            <p:spPr>
              <a:xfrm>
                <a:off x="1034579" y="1503298"/>
                <a:ext cx="966457" cy="3309489"/>
              </a:xfrm>
              <a:custGeom>
                <a:avLst/>
                <a:gdLst>
                  <a:gd name="connsiteX0" fmla="*/ 964361 w 966457"/>
                  <a:gd name="connsiteY0" fmla="*/ -1158 h 3309489"/>
                  <a:gd name="connsiteX1" fmla="*/ 821439 w 966457"/>
                  <a:gd name="connsiteY1" fmla="*/ -1158 h 3309489"/>
                  <a:gd name="connsiteX2" fmla="*/ 475217 w 966457"/>
                  <a:gd name="connsiteY2" fmla="*/ 345066 h 3309489"/>
                  <a:gd name="connsiteX3" fmla="*/ 475217 w 966457"/>
                  <a:gd name="connsiteY3" fmla="*/ 1257452 h 3309489"/>
                  <a:gd name="connsiteX4" fmla="*/ 243803 w 966457"/>
                  <a:gd name="connsiteY4" fmla="*/ 1446484 h 3309489"/>
                  <a:gd name="connsiteX5" fmla="*/ -2096 w 966457"/>
                  <a:gd name="connsiteY5" fmla="*/ 1647277 h 3309489"/>
                  <a:gd name="connsiteX6" fmla="*/ 243803 w 966457"/>
                  <a:gd name="connsiteY6" fmla="*/ 1848069 h 3309489"/>
                  <a:gd name="connsiteX7" fmla="*/ 475217 w 966457"/>
                  <a:gd name="connsiteY7" fmla="*/ 2037029 h 3309489"/>
                  <a:gd name="connsiteX8" fmla="*/ 475217 w 966457"/>
                  <a:gd name="connsiteY8" fmla="*/ 2962108 h 3309489"/>
                  <a:gd name="connsiteX9" fmla="*/ 821439 w 966457"/>
                  <a:gd name="connsiteY9" fmla="*/ 3308332 h 3309489"/>
                  <a:gd name="connsiteX10" fmla="*/ 964361 w 966457"/>
                  <a:gd name="connsiteY10" fmla="*/ 3308332 h 33094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966457" h="3309489">
                    <a:moveTo>
                      <a:pt x="964361" y="-1158"/>
                    </a:moveTo>
                    <a:lnTo>
                      <a:pt x="821439" y="-1158"/>
                    </a:lnTo>
                    <a:cubicBezTo>
                      <a:pt x="630256" y="-1086"/>
                      <a:pt x="475289" y="153883"/>
                      <a:pt x="475217" y="345066"/>
                    </a:cubicBezTo>
                    <a:lnTo>
                      <a:pt x="475217" y="1257452"/>
                    </a:lnTo>
                    <a:lnTo>
                      <a:pt x="243803" y="1446484"/>
                    </a:lnTo>
                    <a:lnTo>
                      <a:pt x="-2096" y="1647277"/>
                    </a:lnTo>
                    <a:lnTo>
                      <a:pt x="243803" y="1848069"/>
                    </a:lnTo>
                    <a:lnTo>
                      <a:pt x="475217" y="2037029"/>
                    </a:lnTo>
                    <a:lnTo>
                      <a:pt x="475217" y="2962108"/>
                    </a:lnTo>
                    <a:cubicBezTo>
                      <a:pt x="475289" y="3153292"/>
                      <a:pt x="630256" y="3308260"/>
                      <a:pt x="821439" y="3308332"/>
                    </a:cubicBezTo>
                    <a:lnTo>
                      <a:pt x="964361" y="3308332"/>
                    </a:lnTo>
                    <a:close/>
                  </a:path>
                </a:pathLst>
              </a:custGeom>
              <a:solidFill>
                <a:schemeClr val="accent2"/>
              </a:solidFill>
              <a:ln w="7171" cap="flat">
                <a:noFill/>
                <a:prstDash val="solid"/>
                <a:miter/>
              </a:ln>
              <a:effectLst>
                <a:outerShdw blurRad="127000" sx="102000" sy="102000" algn="ctr" rotWithShape="0">
                  <a:prstClr val="black">
                    <a:alpha val="10000"/>
                  </a:prstClr>
                </a:outerShdw>
              </a:effectLst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" name="Freeform: Shape 4">
                <a:extLst>
                  <a:ext uri="{FF2B5EF4-FFF2-40B4-BE49-F238E27FC236}">
                    <a16:creationId xmlns:a16="http://schemas.microsoft.com/office/drawing/2014/main" id="{56E7313B-F95B-E5F5-B816-B02FD9FC3C4D}"/>
                  </a:ext>
                </a:extLst>
              </p:cNvPr>
              <p:cNvSpPr/>
              <p:nvPr/>
            </p:nvSpPr>
            <p:spPr>
              <a:xfrm>
                <a:off x="4903347" y="2320093"/>
                <a:ext cx="1610784" cy="1610785"/>
              </a:xfrm>
              <a:custGeom>
                <a:avLst/>
                <a:gdLst>
                  <a:gd name="connsiteX0" fmla="*/ 1608689 w 1610784"/>
                  <a:gd name="connsiteY0" fmla="*/ 804236 h 1610785"/>
                  <a:gd name="connsiteX1" fmla="*/ 803297 w 1610784"/>
                  <a:gd name="connsiteY1" fmla="*/ 1609628 h 1610785"/>
                  <a:gd name="connsiteX2" fmla="*/ -2096 w 1610784"/>
                  <a:gd name="connsiteY2" fmla="*/ 804236 h 1610785"/>
                  <a:gd name="connsiteX3" fmla="*/ 803297 w 1610784"/>
                  <a:gd name="connsiteY3" fmla="*/ -1158 h 1610785"/>
                  <a:gd name="connsiteX4" fmla="*/ 803369 w 1610784"/>
                  <a:gd name="connsiteY4" fmla="*/ -1158 h 1610785"/>
                  <a:gd name="connsiteX5" fmla="*/ 1608689 w 1610784"/>
                  <a:gd name="connsiteY5" fmla="*/ 804164 h 1610785"/>
                  <a:gd name="connsiteX6" fmla="*/ 1608689 w 1610784"/>
                  <a:gd name="connsiteY6" fmla="*/ 804236 h 16107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10784" h="1610785">
                    <a:moveTo>
                      <a:pt x="1608689" y="804236"/>
                    </a:moveTo>
                    <a:cubicBezTo>
                      <a:pt x="1608689" y="1249062"/>
                      <a:pt x="1248124" y="1609628"/>
                      <a:pt x="803297" y="1609628"/>
                    </a:cubicBezTo>
                    <a:cubicBezTo>
                      <a:pt x="358470" y="1609628"/>
                      <a:pt x="-2096" y="1249062"/>
                      <a:pt x="-2096" y="804236"/>
                    </a:cubicBezTo>
                    <a:cubicBezTo>
                      <a:pt x="-2096" y="359408"/>
                      <a:pt x="358470" y="-1158"/>
                      <a:pt x="803297" y="-1158"/>
                    </a:cubicBezTo>
                    <a:cubicBezTo>
                      <a:pt x="803297" y="-1158"/>
                      <a:pt x="803369" y="-1158"/>
                      <a:pt x="803369" y="-1158"/>
                    </a:cubicBezTo>
                    <a:cubicBezTo>
                      <a:pt x="1248124" y="-1158"/>
                      <a:pt x="1608689" y="359408"/>
                      <a:pt x="1608689" y="804164"/>
                    </a:cubicBezTo>
                    <a:cubicBezTo>
                      <a:pt x="1608689" y="804164"/>
                      <a:pt x="1608689" y="804236"/>
                      <a:pt x="1608689" y="804236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7171" cap="flat">
                <a:noFill/>
                <a:prstDash val="solid"/>
                <a:miter/>
              </a:ln>
              <a:effectLst>
                <a:outerShdw blurRad="127000" sx="102000" sy="102000" algn="ctr" rotWithShape="0">
                  <a:prstClr val="black">
                    <a:alpha val="10000"/>
                  </a:prstClr>
                </a:outerShdw>
              </a:effectLst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6" name="Freeform: Shape 5">
                <a:extLst>
                  <a:ext uri="{FF2B5EF4-FFF2-40B4-BE49-F238E27FC236}">
                    <a16:creationId xmlns:a16="http://schemas.microsoft.com/office/drawing/2014/main" id="{0DE8AFC5-74C2-8C7A-85F0-457FB93A52C2}"/>
                  </a:ext>
                </a:extLst>
              </p:cNvPr>
              <p:cNvSpPr/>
              <p:nvPr/>
            </p:nvSpPr>
            <p:spPr>
              <a:xfrm>
                <a:off x="5070483" y="2487232"/>
                <a:ext cx="1276513" cy="1276507"/>
              </a:xfrm>
              <a:custGeom>
                <a:avLst/>
                <a:gdLst>
                  <a:gd name="connsiteX0" fmla="*/ 141841 w 1276513"/>
                  <a:gd name="connsiteY0" fmla="*/ 1040824 h 1276507"/>
                  <a:gd name="connsiteX1" fmla="*/ 232414 w 1276513"/>
                  <a:gd name="connsiteY1" fmla="*/ 142780 h 1276507"/>
                  <a:gd name="connsiteX2" fmla="*/ 1130458 w 1276513"/>
                  <a:gd name="connsiteY2" fmla="*/ 233352 h 1276507"/>
                  <a:gd name="connsiteX3" fmla="*/ 1040244 w 1276513"/>
                  <a:gd name="connsiteY3" fmla="*/ 1131109 h 1276507"/>
                  <a:gd name="connsiteX4" fmla="*/ 142128 w 1276513"/>
                  <a:gd name="connsiteY4" fmla="*/ 1041182 h 1276507"/>
                  <a:gd name="connsiteX5" fmla="*/ 141841 w 1276513"/>
                  <a:gd name="connsiteY5" fmla="*/ 1040824 h 12765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276513" h="1276507">
                    <a:moveTo>
                      <a:pt x="141841" y="1040824"/>
                    </a:moveTo>
                    <a:cubicBezTo>
                      <a:pt x="-81109" y="767818"/>
                      <a:pt x="-40593" y="365731"/>
                      <a:pt x="232414" y="142780"/>
                    </a:cubicBezTo>
                    <a:cubicBezTo>
                      <a:pt x="505420" y="-80172"/>
                      <a:pt x="907506" y="-39654"/>
                      <a:pt x="1130458" y="233352"/>
                    </a:cubicBezTo>
                    <a:cubicBezTo>
                      <a:pt x="1353338" y="506214"/>
                      <a:pt x="1312963" y="908086"/>
                      <a:pt x="1040244" y="1131109"/>
                    </a:cubicBezTo>
                    <a:cubicBezTo>
                      <a:pt x="767381" y="1354275"/>
                      <a:pt x="365295" y="1314045"/>
                      <a:pt x="142128" y="1041182"/>
                    </a:cubicBezTo>
                    <a:cubicBezTo>
                      <a:pt x="142056" y="1041039"/>
                      <a:pt x="141913" y="1040968"/>
                      <a:pt x="141841" y="1040824"/>
                    </a:cubicBezTo>
                    <a:close/>
                  </a:path>
                </a:pathLst>
              </a:custGeom>
              <a:solidFill>
                <a:schemeClr val="bg1"/>
              </a:solidFill>
              <a:ln w="7171" cap="flat">
                <a:noFill/>
                <a:prstDash val="solid"/>
                <a:miter/>
              </a:ln>
              <a:effectLst>
                <a:outerShdw blurRad="127000" sx="102000" sy="102000" algn="ctr" rotWithShape="0">
                  <a:prstClr val="black">
                    <a:alpha val="10000"/>
                  </a:prstClr>
                </a:outerShdw>
              </a:effectLst>
            </p:spPr>
            <p:txBody>
              <a:bodyPr rtlCol="0" anchor="ctr"/>
              <a:lstStyle/>
              <a:p>
                <a:endParaRPr lang="en-IN"/>
              </a:p>
            </p:txBody>
          </p:sp>
        </p:grpSp>
        <p:sp>
          <p:nvSpPr>
            <p:cNvPr id="9" name="Google Shape;9163;p73">
              <a:extLst>
                <a:ext uri="{FF2B5EF4-FFF2-40B4-BE49-F238E27FC236}">
                  <a16:creationId xmlns:a16="http://schemas.microsoft.com/office/drawing/2014/main" id="{8536CCC1-08A0-2AA8-24F2-A239CD289776}"/>
                </a:ext>
              </a:extLst>
            </p:cNvPr>
            <p:cNvSpPr/>
            <p:nvPr/>
          </p:nvSpPr>
          <p:spPr>
            <a:xfrm>
              <a:off x="10254687" y="3027995"/>
              <a:ext cx="843033" cy="800099"/>
            </a:xfrm>
            <a:custGeom>
              <a:avLst/>
              <a:gdLst/>
              <a:ahLst/>
              <a:cxnLst/>
              <a:rect l="l" t="t" r="r" b="b"/>
              <a:pathLst>
                <a:path w="11847" h="11846" extrusionOk="0">
                  <a:moveTo>
                    <a:pt x="10744" y="3718"/>
                  </a:moveTo>
                  <a:lnTo>
                    <a:pt x="10428" y="4348"/>
                  </a:lnTo>
                  <a:cubicBezTo>
                    <a:pt x="10397" y="4442"/>
                    <a:pt x="10397" y="4568"/>
                    <a:pt x="10428" y="4663"/>
                  </a:cubicBezTo>
                  <a:lnTo>
                    <a:pt x="10744" y="5293"/>
                  </a:lnTo>
                  <a:lnTo>
                    <a:pt x="9483" y="4915"/>
                  </a:lnTo>
                  <a:lnTo>
                    <a:pt x="9105" y="4505"/>
                  </a:lnTo>
                  <a:lnTo>
                    <a:pt x="9483" y="4127"/>
                  </a:lnTo>
                  <a:lnTo>
                    <a:pt x="10744" y="3718"/>
                  </a:lnTo>
                  <a:close/>
                  <a:moveTo>
                    <a:pt x="4443" y="3497"/>
                  </a:moveTo>
                  <a:cubicBezTo>
                    <a:pt x="4884" y="3497"/>
                    <a:pt x="5262" y="3781"/>
                    <a:pt x="5419" y="4190"/>
                  </a:cubicBezTo>
                  <a:lnTo>
                    <a:pt x="4443" y="4190"/>
                  </a:lnTo>
                  <a:cubicBezTo>
                    <a:pt x="4253" y="4190"/>
                    <a:pt x="4096" y="4348"/>
                    <a:pt x="4096" y="4568"/>
                  </a:cubicBezTo>
                  <a:cubicBezTo>
                    <a:pt x="4096" y="4663"/>
                    <a:pt x="4253" y="4820"/>
                    <a:pt x="4443" y="4820"/>
                  </a:cubicBezTo>
                  <a:lnTo>
                    <a:pt x="5419" y="4820"/>
                  </a:lnTo>
                  <a:cubicBezTo>
                    <a:pt x="5262" y="5230"/>
                    <a:pt x="4915" y="5545"/>
                    <a:pt x="4443" y="5545"/>
                  </a:cubicBezTo>
                  <a:cubicBezTo>
                    <a:pt x="3844" y="5545"/>
                    <a:pt x="3434" y="5072"/>
                    <a:pt x="3434" y="4505"/>
                  </a:cubicBezTo>
                  <a:cubicBezTo>
                    <a:pt x="3434" y="3970"/>
                    <a:pt x="3907" y="3497"/>
                    <a:pt x="4443" y="3497"/>
                  </a:cubicBezTo>
                  <a:close/>
                  <a:moveTo>
                    <a:pt x="4443" y="2080"/>
                  </a:moveTo>
                  <a:cubicBezTo>
                    <a:pt x="5671" y="2080"/>
                    <a:pt x="6679" y="2993"/>
                    <a:pt x="6837" y="4159"/>
                  </a:cubicBezTo>
                  <a:lnTo>
                    <a:pt x="6144" y="4159"/>
                  </a:lnTo>
                  <a:cubicBezTo>
                    <a:pt x="5986" y="3371"/>
                    <a:pt x="5262" y="2773"/>
                    <a:pt x="4443" y="2773"/>
                  </a:cubicBezTo>
                  <a:cubicBezTo>
                    <a:pt x="3497" y="2773"/>
                    <a:pt x="2710" y="3560"/>
                    <a:pt x="2710" y="4505"/>
                  </a:cubicBezTo>
                  <a:cubicBezTo>
                    <a:pt x="2710" y="5451"/>
                    <a:pt x="3497" y="6238"/>
                    <a:pt x="4443" y="6238"/>
                  </a:cubicBezTo>
                  <a:cubicBezTo>
                    <a:pt x="5262" y="6238"/>
                    <a:pt x="5986" y="5671"/>
                    <a:pt x="6144" y="4883"/>
                  </a:cubicBezTo>
                  <a:lnTo>
                    <a:pt x="6837" y="4883"/>
                  </a:lnTo>
                  <a:cubicBezTo>
                    <a:pt x="6679" y="6049"/>
                    <a:pt x="5671" y="6963"/>
                    <a:pt x="4443" y="6963"/>
                  </a:cubicBezTo>
                  <a:cubicBezTo>
                    <a:pt x="3119" y="6963"/>
                    <a:pt x="2017" y="5860"/>
                    <a:pt x="2017" y="4505"/>
                  </a:cubicBezTo>
                  <a:cubicBezTo>
                    <a:pt x="2017" y="3182"/>
                    <a:pt x="3119" y="2080"/>
                    <a:pt x="4443" y="2080"/>
                  </a:cubicBezTo>
                  <a:close/>
                  <a:moveTo>
                    <a:pt x="4474" y="662"/>
                  </a:moveTo>
                  <a:cubicBezTo>
                    <a:pt x="6459" y="662"/>
                    <a:pt x="8097" y="2206"/>
                    <a:pt x="8255" y="4127"/>
                  </a:cubicBezTo>
                  <a:lnTo>
                    <a:pt x="7562" y="4127"/>
                  </a:lnTo>
                  <a:cubicBezTo>
                    <a:pt x="7372" y="2584"/>
                    <a:pt x="6049" y="1355"/>
                    <a:pt x="4443" y="1355"/>
                  </a:cubicBezTo>
                  <a:cubicBezTo>
                    <a:pt x="2710" y="1355"/>
                    <a:pt x="1324" y="2773"/>
                    <a:pt x="1324" y="4474"/>
                  </a:cubicBezTo>
                  <a:cubicBezTo>
                    <a:pt x="1324" y="6175"/>
                    <a:pt x="2741" y="7593"/>
                    <a:pt x="4443" y="7593"/>
                  </a:cubicBezTo>
                  <a:cubicBezTo>
                    <a:pt x="6049" y="7593"/>
                    <a:pt x="7372" y="6364"/>
                    <a:pt x="7562" y="4820"/>
                  </a:cubicBezTo>
                  <a:lnTo>
                    <a:pt x="8255" y="4820"/>
                  </a:lnTo>
                  <a:cubicBezTo>
                    <a:pt x="8097" y="6774"/>
                    <a:pt x="6459" y="8286"/>
                    <a:pt x="4474" y="8286"/>
                  </a:cubicBezTo>
                  <a:cubicBezTo>
                    <a:pt x="2395" y="8286"/>
                    <a:pt x="662" y="6616"/>
                    <a:pt x="662" y="4474"/>
                  </a:cubicBezTo>
                  <a:cubicBezTo>
                    <a:pt x="662" y="2363"/>
                    <a:pt x="2363" y="662"/>
                    <a:pt x="4474" y="662"/>
                  </a:cubicBezTo>
                  <a:close/>
                  <a:moveTo>
                    <a:pt x="5734" y="8822"/>
                  </a:moveTo>
                  <a:lnTo>
                    <a:pt x="6049" y="9767"/>
                  </a:lnTo>
                  <a:lnTo>
                    <a:pt x="2836" y="9767"/>
                  </a:lnTo>
                  <a:lnTo>
                    <a:pt x="3151" y="8822"/>
                  </a:lnTo>
                  <a:cubicBezTo>
                    <a:pt x="3529" y="8916"/>
                    <a:pt x="4001" y="9011"/>
                    <a:pt x="4443" y="9011"/>
                  </a:cubicBezTo>
                  <a:cubicBezTo>
                    <a:pt x="4884" y="9011"/>
                    <a:pt x="5356" y="8916"/>
                    <a:pt x="5734" y="8822"/>
                  </a:cubicBezTo>
                  <a:close/>
                  <a:moveTo>
                    <a:pt x="6522" y="10428"/>
                  </a:moveTo>
                  <a:cubicBezTo>
                    <a:pt x="6963" y="10428"/>
                    <a:pt x="7372" y="10680"/>
                    <a:pt x="7530" y="11121"/>
                  </a:cubicBezTo>
                  <a:lnTo>
                    <a:pt x="1418" y="11121"/>
                  </a:lnTo>
                  <a:cubicBezTo>
                    <a:pt x="1576" y="10743"/>
                    <a:pt x="1922" y="10428"/>
                    <a:pt x="2395" y="10428"/>
                  </a:cubicBezTo>
                  <a:close/>
                  <a:moveTo>
                    <a:pt x="4474" y="0"/>
                  </a:moveTo>
                  <a:cubicBezTo>
                    <a:pt x="1985" y="0"/>
                    <a:pt x="0" y="1985"/>
                    <a:pt x="0" y="4474"/>
                  </a:cubicBezTo>
                  <a:cubicBezTo>
                    <a:pt x="0" y="6238"/>
                    <a:pt x="1040" y="7813"/>
                    <a:pt x="2552" y="8538"/>
                  </a:cubicBezTo>
                  <a:lnTo>
                    <a:pt x="2143" y="9767"/>
                  </a:lnTo>
                  <a:cubicBezTo>
                    <a:pt x="1324" y="9861"/>
                    <a:pt x="693" y="10586"/>
                    <a:pt x="693" y="11499"/>
                  </a:cubicBezTo>
                  <a:cubicBezTo>
                    <a:pt x="693" y="11688"/>
                    <a:pt x="851" y="11846"/>
                    <a:pt x="1040" y="11846"/>
                  </a:cubicBezTo>
                  <a:lnTo>
                    <a:pt x="7971" y="11846"/>
                  </a:lnTo>
                  <a:cubicBezTo>
                    <a:pt x="8192" y="11846"/>
                    <a:pt x="8349" y="11688"/>
                    <a:pt x="8349" y="11499"/>
                  </a:cubicBezTo>
                  <a:cubicBezTo>
                    <a:pt x="8349" y="10617"/>
                    <a:pt x="7719" y="9924"/>
                    <a:pt x="6900" y="9767"/>
                  </a:cubicBezTo>
                  <a:lnTo>
                    <a:pt x="6490" y="8538"/>
                  </a:lnTo>
                  <a:cubicBezTo>
                    <a:pt x="7782" y="7908"/>
                    <a:pt x="8727" y="6679"/>
                    <a:pt x="8979" y="5230"/>
                  </a:cubicBezTo>
                  <a:lnTo>
                    <a:pt x="9137" y="5388"/>
                  </a:lnTo>
                  <a:cubicBezTo>
                    <a:pt x="9168" y="5419"/>
                    <a:pt x="9200" y="5451"/>
                    <a:pt x="9263" y="5451"/>
                  </a:cubicBezTo>
                  <a:lnTo>
                    <a:pt x="11374" y="6175"/>
                  </a:lnTo>
                  <a:cubicBezTo>
                    <a:pt x="11403" y="6183"/>
                    <a:pt x="11435" y="6186"/>
                    <a:pt x="11466" y="6186"/>
                  </a:cubicBezTo>
                  <a:cubicBezTo>
                    <a:pt x="11569" y="6186"/>
                    <a:pt x="11672" y="6145"/>
                    <a:pt x="11720" y="6049"/>
                  </a:cubicBezTo>
                  <a:cubicBezTo>
                    <a:pt x="11815" y="5923"/>
                    <a:pt x="11846" y="5766"/>
                    <a:pt x="11783" y="5671"/>
                  </a:cubicBezTo>
                  <a:lnTo>
                    <a:pt x="11153" y="4442"/>
                  </a:lnTo>
                  <a:lnTo>
                    <a:pt x="11783" y="3214"/>
                  </a:lnTo>
                  <a:cubicBezTo>
                    <a:pt x="11815" y="3151"/>
                    <a:pt x="11783" y="2993"/>
                    <a:pt x="11689" y="2899"/>
                  </a:cubicBezTo>
                  <a:cubicBezTo>
                    <a:pt x="11641" y="2802"/>
                    <a:pt x="11519" y="2761"/>
                    <a:pt x="11422" y="2761"/>
                  </a:cubicBezTo>
                  <a:cubicBezTo>
                    <a:pt x="11392" y="2761"/>
                    <a:pt x="11364" y="2765"/>
                    <a:pt x="11342" y="2773"/>
                  </a:cubicBezTo>
                  <a:lnTo>
                    <a:pt x="9200" y="3497"/>
                  </a:lnTo>
                  <a:cubicBezTo>
                    <a:pt x="9168" y="3497"/>
                    <a:pt x="9105" y="3529"/>
                    <a:pt x="9105" y="3560"/>
                  </a:cubicBezTo>
                  <a:lnTo>
                    <a:pt x="8916" y="3718"/>
                  </a:lnTo>
                  <a:cubicBezTo>
                    <a:pt x="8570" y="1607"/>
                    <a:pt x="6742" y="0"/>
                    <a:pt x="4474" y="0"/>
                  </a:cubicBezTo>
                  <a:close/>
                </a:path>
              </a:pathLst>
            </a:custGeom>
            <a:solidFill>
              <a:schemeClr val="tx1">
                <a:lumMod val="7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77">
                <a:spcBef>
                  <a:spcPct val="0"/>
                </a:spcBef>
                <a:spcAft>
                  <a:spcPct val="0"/>
                </a:spcAft>
                <a:defRPr/>
              </a:pPr>
              <a:endParaRPr>
                <a:solidFill>
                  <a:prstClr val="black">
                    <a:lumMod val="85000"/>
                    <a:lumOff val="15000"/>
                  </a:prstClr>
                </a:solidFill>
                <a:latin typeface="Segoe"/>
                <a:cs typeface="Arial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D0E92B0F-6077-0A1C-B8A0-4875CB43DF99}"/>
                </a:ext>
              </a:extLst>
            </p:cNvPr>
            <p:cNvSpPr txBox="1"/>
            <p:nvPr/>
          </p:nvSpPr>
          <p:spPr>
            <a:xfrm>
              <a:off x="5812089" y="1581876"/>
              <a:ext cx="3696553" cy="34470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lvl="1" indent="-285750" eaLnBrk="0" fontAlgn="base" hangingPunct="0">
                <a:spcBef>
                  <a:spcPct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altLang="en-US">
                  <a:latin typeface="Grandview Display (Body)"/>
                </a:rPr>
                <a:t>Developed web using </a:t>
              </a:r>
              <a:r>
                <a:rPr lang="en-US" altLang="en-US" b="1">
                  <a:latin typeface="Grandview Display (Body)"/>
                </a:rPr>
                <a:t>Java</a:t>
              </a:r>
              <a:r>
                <a:rPr lang="en-US" altLang="en-US">
                  <a:latin typeface="Grandview Display (Body)"/>
                </a:rPr>
                <a:t> (Spring Boot) + </a:t>
              </a:r>
              <a:r>
                <a:rPr lang="en-US" altLang="en-US" b="1">
                  <a:latin typeface="Grandview Display (Body)"/>
                </a:rPr>
                <a:t>React</a:t>
              </a:r>
            </a:p>
            <a:p>
              <a:pPr marL="285750" lvl="1" indent="-285750" eaLnBrk="0" fontAlgn="base" hangingPunct="0">
                <a:spcBef>
                  <a:spcPct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altLang="en-US">
                  <a:latin typeface="Grandview Display (Body)"/>
                </a:rPr>
                <a:t>Designed Database, integrated </a:t>
              </a:r>
              <a:r>
                <a:rPr lang="en-US" altLang="en-US" b="1">
                  <a:latin typeface="Grandview Display (Body)"/>
                </a:rPr>
                <a:t>APIs</a:t>
              </a:r>
            </a:p>
            <a:p>
              <a:pPr marL="285750" lvl="1" indent="-285750" eaLnBrk="0" fontAlgn="base" hangingPunct="0">
                <a:spcBef>
                  <a:spcPct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altLang="en-US">
                  <a:latin typeface="Grandview Display (Body)"/>
                </a:rPr>
                <a:t>Deployed publicly on home server with </a:t>
              </a:r>
              <a:r>
                <a:rPr lang="en-US" altLang="en-US" b="1">
                  <a:latin typeface="Grandview Display (Body)"/>
                </a:rPr>
                <a:t>Docker</a:t>
              </a:r>
            </a:p>
            <a:p>
              <a:pPr marL="285750" lvl="1" indent="-285750" eaLnBrk="0" fontAlgn="base" hangingPunct="0">
                <a:spcBef>
                  <a:spcPct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altLang="en-US">
                  <a:latin typeface="Grandview Display (Body)"/>
                </a:rPr>
                <a:t>Used </a:t>
              </a:r>
              <a:r>
                <a:rPr lang="en-US" altLang="en-US" b="1">
                  <a:latin typeface="Grandview Display (Body)"/>
                </a:rPr>
                <a:t>AI</a:t>
              </a:r>
              <a:r>
                <a:rPr lang="en-US" altLang="en-US">
                  <a:latin typeface="Grandview Display (Body)"/>
                </a:rPr>
                <a:t> to speed up coding process</a:t>
              </a:r>
            </a:p>
            <a:p>
              <a:pPr marL="285750" lvl="1" indent="-285750" eaLnBrk="0" fontAlgn="base" hangingPunct="0">
                <a:spcBef>
                  <a:spcPct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 altLang="en-US">
                  <a:latin typeface="Grandview Display (Body)"/>
                </a:rPr>
                <a:t>Managed </a:t>
              </a:r>
              <a:r>
                <a:rPr lang="en-US" altLang="en-US" b="1">
                  <a:latin typeface="Grandview Display (Body)"/>
                </a:rPr>
                <a:t>Git</a:t>
              </a:r>
              <a:r>
                <a:rPr lang="en-US" altLang="en-US">
                  <a:latin typeface="Grandview Display (Body)"/>
                </a:rPr>
                <a:t>, applied </a:t>
              </a:r>
              <a:r>
                <a:rPr lang="en-US" altLang="en-US" b="1">
                  <a:latin typeface="Grandview Display (Body)"/>
                </a:rPr>
                <a:t>Agile/Scrum</a:t>
              </a:r>
              <a:r>
                <a:rPr lang="en-US" altLang="en-US">
                  <a:latin typeface="Grandview Display (Body)"/>
                </a:rPr>
                <a:t>, incorporated instructor feedback</a:t>
              </a:r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1904993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80AC5C-AFA1-B749-871D-E3DCBC374D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06A90502-80AF-BD58-A7B4-FA7B2D8F75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8F98B77-EFE5-E195-82ED-C58E3A5F1BFF}"/>
              </a:ext>
            </a:extLst>
          </p:cNvPr>
          <p:cNvSpPr txBox="1"/>
          <p:nvPr/>
        </p:nvSpPr>
        <p:spPr>
          <a:xfrm>
            <a:off x="643296" y="2361604"/>
            <a:ext cx="3771804" cy="269686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en-US" sz="440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Limitations &amp; Future Development</a:t>
            </a:r>
            <a:endParaRPr lang="en-IN" sz="4400">
              <a:solidFill>
                <a:schemeClr val="tx1">
                  <a:lumMod val="85000"/>
                  <a:lumOff val="1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>
              <a:spcBef>
                <a:spcPct val="0"/>
              </a:spcBef>
              <a:spcAft>
                <a:spcPts val="600"/>
              </a:spcAft>
            </a:pPr>
            <a:endParaRPr lang="en-US" sz="4400" b="1">
              <a:latin typeface="+mj-lt"/>
              <a:ea typeface="+mj-ea"/>
              <a:cs typeface="+mj-cs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E5464802-C920-0101-3F23-40F12A0B85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2835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 descr="A logo for a university&#10;&#10;AI-generated content may be incorrect.">
            <a:extLst>
              <a:ext uri="{FF2B5EF4-FFF2-40B4-BE49-F238E27FC236}">
                <a16:creationId xmlns:a16="http://schemas.microsoft.com/office/drawing/2014/main" id="{2D9B3D7D-30F7-561B-FA4C-A3F26FD107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663" y="0"/>
            <a:ext cx="1524000" cy="768502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17BC36AD-572B-9B7A-F2F9-07152E310437}"/>
              </a:ext>
            </a:extLst>
          </p:cNvPr>
          <p:cNvGrpSpPr/>
          <p:nvPr/>
        </p:nvGrpSpPr>
        <p:grpSpPr>
          <a:xfrm>
            <a:off x="4415377" y="1330602"/>
            <a:ext cx="7213877" cy="4196796"/>
            <a:chOff x="4415377" y="1330602"/>
            <a:chExt cx="7213877" cy="4196796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0D2F0E17-1827-28B5-4298-D51338C169DF}"/>
                </a:ext>
              </a:extLst>
            </p:cNvPr>
            <p:cNvGrpSpPr/>
            <p:nvPr/>
          </p:nvGrpSpPr>
          <p:grpSpPr>
            <a:xfrm>
              <a:off x="4415377" y="1330602"/>
              <a:ext cx="7213877" cy="4196796"/>
              <a:chOff x="1034579" y="1503298"/>
              <a:chExt cx="5479552" cy="3310995"/>
            </a:xfrm>
          </p:grpSpPr>
          <p:sp>
            <p:nvSpPr>
              <p:cNvPr id="3" name="Rectangle: Rounded Corners 2">
                <a:extLst>
                  <a:ext uri="{FF2B5EF4-FFF2-40B4-BE49-F238E27FC236}">
                    <a16:creationId xmlns:a16="http://schemas.microsoft.com/office/drawing/2014/main" id="{AB5FB109-7D60-C2E6-878E-FB315EA3A968}"/>
                  </a:ext>
                </a:extLst>
              </p:cNvPr>
              <p:cNvSpPr/>
              <p:nvPr/>
            </p:nvSpPr>
            <p:spPr>
              <a:xfrm>
                <a:off x="1523006" y="1504589"/>
                <a:ext cx="4189031" cy="3309704"/>
              </a:xfrm>
              <a:prstGeom prst="roundRect">
                <a:avLst/>
              </a:prstGeom>
              <a:solidFill>
                <a:schemeClr val="bg1"/>
              </a:solidFill>
              <a:ln w="7171" cap="flat">
                <a:noFill/>
                <a:prstDash val="solid"/>
                <a:miter/>
              </a:ln>
              <a:effectLst>
                <a:outerShdw blurRad="127000" sx="102000" sy="102000" algn="ctr" rotWithShape="0">
                  <a:prstClr val="black">
                    <a:alpha val="10000"/>
                  </a:prstClr>
                </a:outerShdw>
              </a:effectLst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4" name="Freeform: Shape 3">
                <a:extLst>
                  <a:ext uri="{FF2B5EF4-FFF2-40B4-BE49-F238E27FC236}">
                    <a16:creationId xmlns:a16="http://schemas.microsoft.com/office/drawing/2014/main" id="{56C3266A-54A1-3D8F-6C94-8EA431CAF4EC}"/>
                  </a:ext>
                </a:extLst>
              </p:cNvPr>
              <p:cNvSpPr/>
              <p:nvPr/>
            </p:nvSpPr>
            <p:spPr>
              <a:xfrm>
                <a:off x="1034579" y="1503298"/>
                <a:ext cx="966457" cy="3309489"/>
              </a:xfrm>
              <a:custGeom>
                <a:avLst/>
                <a:gdLst>
                  <a:gd name="connsiteX0" fmla="*/ 964361 w 966457"/>
                  <a:gd name="connsiteY0" fmla="*/ -1158 h 3309489"/>
                  <a:gd name="connsiteX1" fmla="*/ 821439 w 966457"/>
                  <a:gd name="connsiteY1" fmla="*/ -1158 h 3309489"/>
                  <a:gd name="connsiteX2" fmla="*/ 475217 w 966457"/>
                  <a:gd name="connsiteY2" fmla="*/ 345066 h 3309489"/>
                  <a:gd name="connsiteX3" fmla="*/ 475217 w 966457"/>
                  <a:gd name="connsiteY3" fmla="*/ 1257452 h 3309489"/>
                  <a:gd name="connsiteX4" fmla="*/ 243803 w 966457"/>
                  <a:gd name="connsiteY4" fmla="*/ 1446484 h 3309489"/>
                  <a:gd name="connsiteX5" fmla="*/ -2096 w 966457"/>
                  <a:gd name="connsiteY5" fmla="*/ 1647277 h 3309489"/>
                  <a:gd name="connsiteX6" fmla="*/ 243803 w 966457"/>
                  <a:gd name="connsiteY6" fmla="*/ 1848069 h 3309489"/>
                  <a:gd name="connsiteX7" fmla="*/ 475217 w 966457"/>
                  <a:gd name="connsiteY7" fmla="*/ 2037029 h 3309489"/>
                  <a:gd name="connsiteX8" fmla="*/ 475217 w 966457"/>
                  <a:gd name="connsiteY8" fmla="*/ 2962108 h 3309489"/>
                  <a:gd name="connsiteX9" fmla="*/ 821439 w 966457"/>
                  <a:gd name="connsiteY9" fmla="*/ 3308332 h 3309489"/>
                  <a:gd name="connsiteX10" fmla="*/ 964361 w 966457"/>
                  <a:gd name="connsiteY10" fmla="*/ 3308332 h 33094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966457" h="3309489">
                    <a:moveTo>
                      <a:pt x="964361" y="-1158"/>
                    </a:moveTo>
                    <a:lnTo>
                      <a:pt x="821439" y="-1158"/>
                    </a:lnTo>
                    <a:cubicBezTo>
                      <a:pt x="630256" y="-1086"/>
                      <a:pt x="475289" y="153883"/>
                      <a:pt x="475217" y="345066"/>
                    </a:cubicBezTo>
                    <a:lnTo>
                      <a:pt x="475217" y="1257452"/>
                    </a:lnTo>
                    <a:lnTo>
                      <a:pt x="243803" y="1446484"/>
                    </a:lnTo>
                    <a:lnTo>
                      <a:pt x="-2096" y="1647277"/>
                    </a:lnTo>
                    <a:lnTo>
                      <a:pt x="243803" y="1848069"/>
                    </a:lnTo>
                    <a:lnTo>
                      <a:pt x="475217" y="2037029"/>
                    </a:lnTo>
                    <a:lnTo>
                      <a:pt x="475217" y="2962108"/>
                    </a:lnTo>
                    <a:cubicBezTo>
                      <a:pt x="475289" y="3153292"/>
                      <a:pt x="630256" y="3308260"/>
                      <a:pt x="821439" y="3308332"/>
                    </a:cubicBezTo>
                    <a:lnTo>
                      <a:pt x="964361" y="3308332"/>
                    </a:lnTo>
                    <a:close/>
                  </a:path>
                </a:pathLst>
              </a:custGeom>
              <a:solidFill>
                <a:schemeClr val="accent4">
                  <a:lumMod val="75000"/>
                </a:schemeClr>
              </a:solidFill>
              <a:ln w="7171" cap="flat">
                <a:noFill/>
                <a:prstDash val="solid"/>
                <a:miter/>
              </a:ln>
              <a:effectLst>
                <a:outerShdw blurRad="127000" sx="102000" sy="102000" algn="ctr" rotWithShape="0">
                  <a:prstClr val="black">
                    <a:alpha val="10000"/>
                  </a:prstClr>
                </a:outerShdw>
              </a:effectLst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5" name="Freeform: Shape 4">
                <a:extLst>
                  <a:ext uri="{FF2B5EF4-FFF2-40B4-BE49-F238E27FC236}">
                    <a16:creationId xmlns:a16="http://schemas.microsoft.com/office/drawing/2014/main" id="{3858542C-DDA7-7394-4BD6-11959C93C6FB}"/>
                  </a:ext>
                </a:extLst>
              </p:cNvPr>
              <p:cNvSpPr/>
              <p:nvPr/>
            </p:nvSpPr>
            <p:spPr>
              <a:xfrm>
                <a:off x="4903347" y="2320093"/>
                <a:ext cx="1610784" cy="1610785"/>
              </a:xfrm>
              <a:custGeom>
                <a:avLst/>
                <a:gdLst>
                  <a:gd name="connsiteX0" fmla="*/ 1608689 w 1610784"/>
                  <a:gd name="connsiteY0" fmla="*/ 804236 h 1610785"/>
                  <a:gd name="connsiteX1" fmla="*/ 803297 w 1610784"/>
                  <a:gd name="connsiteY1" fmla="*/ 1609628 h 1610785"/>
                  <a:gd name="connsiteX2" fmla="*/ -2096 w 1610784"/>
                  <a:gd name="connsiteY2" fmla="*/ 804236 h 1610785"/>
                  <a:gd name="connsiteX3" fmla="*/ 803297 w 1610784"/>
                  <a:gd name="connsiteY3" fmla="*/ -1158 h 1610785"/>
                  <a:gd name="connsiteX4" fmla="*/ 803369 w 1610784"/>
                  <a:gd name="connsiteY4" fmla="*/ -1158 h 1610785"/>
                  <a:gd name="connsiteX5" fmla="*/ 1608689 w 1610784"/>
                  <a:gd name="connsiteY5" fmla="*/ 804164 h 1610785"/>
                  <a:gd name="connsiteX6" fmla="*/ 1608689 w 1610784"/>
                  <a:gd name="connsiteY6" fmla="*/ 804236 h 16107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10784" h="1610785">
                    <a:moveTo>
                      <a:pt x="1608689" y="804236"/>
                    </a:moveTo>
                    <a:cubicBezTo>
                      <a:pt x="1608689" y="1249062"/>
                      <a:pt x="1248124" y="1609628"/>
                      <a:pt x="803297" y="1609628"/>
                    </a:cubicBezTo>
                    <a:cubicBezTo>
                      <a:pt x="358470" y="1609628"/>
                      <a:pt x="-2096" y="1249062"/>
                      <a:pt x="-2096" y="804236"/>
                    </a:cubicBezTo>
                    <a:cubicBezTo>
                      <a:pt x="-2096" y="359408"/>
                      <a:pt x="358470" y="-1158"/>
                      <a:pt x="803297" y="-1158"/>
                    </a:cubicBezTo>
                    <a:cubicBezTo>
                      <a:pt x="803297" y="-1158"/>
                      <a:pt x="803369" y="-1158"/>
                      <a:pt x="803369" y="-1158"/>
                    </a:cubicBezTo>
                    <a:cubicBezTo>
                      <a:pt x="1248124" y="-1158"/>
                      <a:pt x="1608689" y="359408"/>
                      <a:pt x="1608689" y="804164"/>
                    </a:cubicBezTo>
                    <a:cubicBezTo>
                      <a:pt x="1608689" y="804164"/>
                      <a:pt x="1608689" y="804236"/>
                      <a:pt x="1608689" y="804236"/>
                    </a:cubicBezTo>
                    <a:close/>
                  </a:path>
                </a:pathLst>
              </a:custGeom>
              <a:solidFill>
                <a:schemeClr val="accent4">
                  <a:lumMod val="75000"/>
                </a:schemeClr>
              </a:solidFill>
              <a:ln w="7171" cap="flat">
                <a:noFill/>
                <a:prstDash val="solid"/>
                <a:miter/>
              </a:ln>
              <a:effectLst>
                <a:outerShdw blurRad="127000" sx="102000" sy="102000" algn="ctr" rotWithShape="0">
                  <a:prstClr val="black">
                    <a:alpha val="10000"/>
                  </a:prstClr>
                </a:outerShdw>
              </a:effectLst>
            </p:spPr>
            <p:txBody>
              <a:bodyPr rtlCol="0" anchor="ctr"/>
              <a:lstStyle/>
              <a:p>
                <a:endParaRPr lang="en-IN"/>
              </a:p>
            </p:txBody>
          </p:sp>
          <p:sp>
            <p:nvSpPr>
              <p:cNvPr id="6" name="Freeform: Shape 5">
                <a:extLst>
                  <a:ext uri="{FF2B5EF4-FFF2-40B4-BE49-F238E27FC236}">
                    <a16:creationId xmlns:a16="http://schemas.microsoft.com/office/drawing/2014/main" id="{F0B82F23-357A-39AE-0008-29196B94C979}"/>
                  </a:ext>
                </a:extLst>
              </p:cNvPr>
              <p:cNvSpPr/>
              <p:nvPr/>
            </p:nvSpPr>
            <p:spPr>
              <a:xfrm>
                <a:off x="5070483" y="2487232"/>
                <a:ext cx="1276513" cy="1276507"/>
              </a:xfrm>
              <a:custGeom>
                <a:avLst/>
                <a:gdLst>
                  <a:gd name="connsiteX0" fmla="*/ 141841 w 1276513"/>
                  <a:gd name="connsiteY0" fmla="*/ 1040824 h 1276507"/>
                  <a:gd name="connsiteX1" fmla="*/ 232414 w 1276513"/>
                  <a:gd name="connsiteY1" fmla="*/ 142780 h 1276507"/>
                  <a:gd name="connsiteX2" fmla="*/ 1130458 w 1276513"/>
                  <a:gd name="connsiteY2" fmla="*/ 233352 h 1276507"/>
                  <a:gd name="connsiteX3" fmla="*/ 1040244 w 1276513"/>
                  <a:gd name="connsiteY3" fmla="*/ 1131109 h 1276507"/>
                  <a:gd name="connsiteX4" fmla="*/ 142128 w 1276513"/>
                  <a:gd name="connsiteY4" fmla="*/ 1041182 h 1276507"/>
                  <a:gd name="connsiteX5" fmla="*/ 141841 w 1276513"/>
                  <a:gd name="connsiteY5" fmla="*/ 1040824 h 12765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276513" h="1276507">
                    <a:moveTo>
                      <a:pt x="141841" y="1040824"/>
                    </a:moveTo>
                    <a:cubicBezTo>
                      <a:pt x="-81109" y="767818"/>
                      <a:pt x="-40593" y="365731"/>
                      <a:pt x="232414" y="142780"/>
                    </a:cubicBezTo>
                    <a:cubicBezTo>
                      <a:pt x="505420" y="-80172"/>
                      <a:pt x="907506" y="-39654"/>
                      <a:pt x="1130458" y="233352"/>
                    </a:cubicBezTo>
                    <a:cubicBezTo>
                      <a:pt x="1353338" y="506214"/>
                      <a:pt x="1312963" y="908086"/>
                      <a:pt x="1040244" y="1131109"/>
                    </a:cubicBezTo>
                    <a:cubicBezTo>
                      <a:pt x="767381" y="1354275"/>
                      <a:pt x="365295" y="1314045"/>
                      <a:pt x="142128" y="1041182"/>
                    </a:cubicBezTo>
                    <a:cubicBezTo>
                      <a:pt x="142056" y="1041039"/>
                      <a:pt x="141913" y="1040968"/>
                      <a:pt x="141841" y="1040824"/>
                    </a:cubicBezTo>
                    <a:close/>
                  </a:path>
                </a:pathLst>
              </a:custGeom>
              <a:solidFill>
                <a:schemeClr val="bg1"/>
              </a:solidFill>
              <a:ln w="7171" cap="flat">
                <a:noFill/>
                <a:prstDash val="solid"/>
                <a:miter/>
              </a:ln>
              <a:effectLst>
                <a:outerShdw blurRad="127000" sx="102000" sy="102000" algn="ctr" rotWithShape="0">
                  <a:prstClr val="black">
                    <a:alpha val="10000"/>
                  </a:prstClr>
                </a:outerShdw>
              </a:effectLst>
            </p:spPr>
            <p:txBody>
              <a:bodyPr rtlCol="0" anchor="ctr"/>
              <a:lstStyle/>
              <a:p>
                <a:endParaRPr lang="en-IN"/>
              </a:p>
            </p:txBody>
          </p:sp>
        </p:grp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882F31C-2586-EA98-4649-ECC19D6BDADF}"/>
                </a:ext>
              </a:extLst>
            </p:cNvPr>
            <p:cNvSpPr txBox="1"/>
            <p:nvPr/>
          </p:nvSpPr>
          <p:spPr>
            <a:xfrm>
              <a:off x="5812089" y="1581876"/>
              <a:ext cx="3696553" cy="22621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lvl="1" indent="-285750" eaLnBrk="0" fontAlgn="base" hangingPunct="0">
                <a:spcBef>
                  <a:spcPct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/>
                <a:t>Some modules not fully optimized</a:t>
              </a:r>
            </a:p>
            <a:p>
              <a:pPr marL="285750" lvl="1" indent="-285750" eaLnBrk="0" fontAlgn="base" hangingPunct="0">
                <a:spcBef>
                  <a:spcPct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/>
                <a:t>Payment system and Google authentication</a:t>
              </a:r>
            </a:p>
            <a:p>
              <a:pPr marL="285750" lvl="1" indent="-285750" eaLnBrk="0" fontAlgn="base" hangingPunct="0">
                <a:spcBef>
                  <a:spcPct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/>
                <a:t>Database design improvements for clarity and efficiency</a:t>
              </a:r>
            </a:p>
            <a:p>
              <a:pPr marL="285750" lvl="1" indent="-285750" eaLnBrk="0" fontAlgn="base" hangingPunct="0">
                <a:spcBef>
                  <a:spcPct val="0"/>
                </a:spcBef>
                <a:spcAft>
                  <a:spcPts val="600"/>
                </a:spcAft>
                <a:buFont typeface="Arial" panose="020B0604020202020204" pitchFamily="34" charset="0"/>
                <a:buChar char="•"/>
              </a:pPr>
              <a:r>
                <a:rPr lang="en-US"/>
                <a:t>Email/SMS notification system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C21C9C24-5526-6D32-4E7D-590A9A87E8A9}"/>
              </a:ext>
            </a:extLst>
          </p:cNvPr>
          <p:cNvGrpSpPr/>
          <p:nvPr/>
        </p:nvGrpSpPr>
        <p:grpSpPr>
          <a:xfrm>
            <a:off x="10216935" y="2976513"/>
            <a:ext cx="712709" cy="700137"/>
            <a:chOff x="10562115" y="2814588"/>
            <a:chExt cx="537421" cy="533133"/>
          </a:xfrm>
        </p:grpSpPr>
        <p:sp>
          <p:nvSpPr>
            <p:cNvPr id="17" name="Google Shape;9222;p73">
              <a:extLst>
                <a:ext uri="{FF2B5EF4-FFF2-40B4-BE49-F238E27FC236}">
                  <a16:creationId xmlns:a16="http://schemas.microsoft.com/office/drawing/2014/main" id="{ACC37E98-E7A6-9CBE-C73A-E37FE8B2B574}"/>
                </a:ext>
              </a:extLst>
            </p:cNvPr>
            <p:cNvSpPr/>
            <p:nvPr/>
          </p:nvSpPr>
          <p:spPr>
            <a:xfrm>
              <a:off x="10562115" y="2814588"/>
              <a:ext cx="409451" cy="533133"/>
            </a:xfrm>
            <a:custGeom>
              <a:avLst/>
              <a:gdLst/>
              <a:ahLst/>
              <a:cxnLst/>
              <a:rect l="l" t="t" r="r" b="b"/>
              <a:pathLst>
                <a:path w="9074" h="11815" extrusionOk="0">
                  <a:moveTo>
                    <a:pt x="4537" y="725"/>
                  </a:moveTo>
                  <a:cubicBezTo>
                    <a:pt x="4758" y="725"/>
                    <a:pt x="4915" y="882"/>
                    <a:pt x="4915" y="1071"/>
                  </a:cubicBezTo>
                  <a:cubicBezTo>
                    <a:pt x="4915" y="1260"/>
                    <a:pt x="5073" y="1418"/>
                    <a:pt x="5262" y="1418"/>
                  </a:cubicBezTo>
                  <a:lnTo>
                    <a:pt x="5955" y="1418"/>
                  </a:lnTo>
                  <a:cubicBezTo>
                    <a:pt x="6175" y="1418"/>
                    <a:pt x="6333" y="1575"/>
                    <a:pt x="6333" y="1796"/>
                  </a:cubicBezTo>
                  <a:cubicBezTo>
                    <a:pt x="6333" y="1985"/>
                    <a:pt x="6175" y="2142"/>
                    <a:pt x="5955" y="2142"/>
                  </a:cubicBezTo>
                  <a:lnTo>
                    <a:pt x="3119" y="2142"/>
                  </a:lnTo>
                  <a:cubicBezTo>
                    <a:pt x="2930" y="2142"/>
                    <a:pt x="2773" y="1985"/>
                    <a:pt x="2773" y="1796"/>
                  </a:cubicBezTo>
                  <a:cubicBezTo>
                    <a:pt x="2773" y="1575"/>
                    <a:pt x="2930" y="1418"/>
                    <a:pt x="3151" y="1418"/>
                  </a:cubicBezTo>
                  <a:lnTo>
                    <a:pt x="3844" y="1418"/>
                  </a:lnTo>
                  <a:cubicBezTo>
                    <a:pt x="4033" y="1418"/>
                    <a:pt x="4191" y="1260"/>
                    <a:pt x="4191" y="1071"/>
                  </a:cubicBezTo>
                  <a:cubicBezTo>
                    <a:pt x="4191" y="882"/>
                    <a:pt x="4348" y="725"/>
                    <a:pt x="4537" y="725"/>
                  </a:cubicBezTo>
                  <a:close/>
                  <a:moveTo>
                    <a:pt x="8066" y="2111"/>
                  </a:moveTo>
                  <a:cubicBezTo>
                    <a:pt x="8255" y="2111"/>
                    <a:pt x="8412" y="2268"/>
                    <a:pt x="8412" y="2458"/>
                  </a:cubicBezTo>
                  <a:lnTo>
                    <a:pt x="8412" y="10806"/>
                  </a:lnTo>
                  <a:lnTo>
                    <a:pt x="8381" y="10806"/>
                  </a:lnTo>
                  <a:cubicBezTo>
                    <a:pt x="8381" y="10995"/>
                    <a:pt x="8223" y="11153"/>
                    <a:pt x="8034" y="11153"/>
                  </a:cubicBezTo>
                  <a:lnTo>
                    <a:pt x="1040" y="11153"/>
                  </a:lnTo>
                  <a:cubicBezTo>
                    <a:pt x="851" y="11153"/>
                    <a:pt x="693" y="10995"/>
                    <a:pt x="693" y="10806"/>
                  </a:cubicBezTo>
                  <a:lnTo>
                    <a:pt x="693" y="2458"/>
                  </a:lnTo>
                  <a:cubicBezTo>
                    <a:pt x="693" y="2268"/>
                    <a:pt x="851" y="2111"/>
                    <a:pt x="1040" y="2111"/>
                  </a:cubicBezTo>
                  <a:lnTo>
                    <a:pt x="2143" y="2111"/>
                  </a:lnTo>
                  <a:cubicBezTo>
                    <a:pt x="2300" y="2489"/>
                    <a:pt x="2647" y="2804"/>
                    <a:pt x="3119" y="2804"/>
                  </a:cubicBezTo>
                  <a:lnTo>
                    <a:pt x="5986" y="2804"/>
                  </a:lnTo>
                  <a:cubicBezTo>
                    <a:pt x="6396" y="2804"/>
                    <a:pt x="6805" y="2521"/>
                    <a:pt x="6963" y="2111"/>
                  </a:cubicBezTo>
                  <a:close/>
                  <a:moveTo>
                    <a:pt x="4506" y="0"/>
                  </a:moveTo>
                  <a:cubicBezTo>
                    <a:pt x="4096" y="0"/>
                    <a:pt x="3686" y="284"/>
                    <a:pt x="3529" y="725"/>
                  </a:cubicBezTo>
                  <a:lnTo>
                    <a:pt x="3088" y="725"/>
                  </a:lnTo>
                  <a:cubicBezTo>
                    <a:pt x="2678" y="725"/>
                    <a:pt x="2269" y="1008"/>
                    <a:pt x="2111" y="1418"/>
                  </a:cubicBezTo>
                  <a:lnTo>
                    <a:pt x="1009" y="1418"/>
                  </a:lnTo>
                  <a:cubicBezTo>
                    <a:pt x="410" y="1418"/>
                    <a:pt x="0" y="1890"/>
                    <a:pt x="0" y="2458"/>
                  </a:cubicBezTo>
                  <a:lnTo>
                    <a:pt x="0" y="10806"/>
                  </a:lnTo>
                  <a:cubicBezTo>
                    <a:pt x="0" y="11405"/>
                    <a:pt x="473" y="11814"/>
                    <a:pt x="1009" y="11814"/>
                  </a:cubicBezTo>
                  <a:lnTo>
                    <a:pt x="7971" y="11814"/>
                  </a:lnTo>
                  <a:cubicBezTo>
                    <a:pt x="8570" y="11814"/>
                    <a:pt x="9011" y="11342"/>
                    <a:pt x="9011" y="10806"/>
                  </a:cubicBezTo>
                  <a:lnTo>
                    <a:pt x="9011" y="2458"/>
                  </a:lnTo>
                  <a:cubicBezTo>
                    <a:pt x="9074" y="1859"/>
                    <a:pt x="8601" y="1418"/>
                    <a:pt x="8034" y="1418"/>
                  </a:cubicBezTo>
                  <a:lnTo>
                    <a:pt x="6931" y="1418"/>
                  </a:lnTo>
                  <a:cubicBezTo>
                    <a:pt x="6774" y="1040"/>
                    <a:pt x="6396" y="725"/>
                    <a:pt x="5923" y="725"/>
                  </a:cubicBezTo>
                  <a:lnTo>
                    <a:pt x="5545" y="725"/>
                  </a:lnTo>
                  <a:cubicBezTo>
                    <a:pt x="5514" y="567"/>
                    <a:pt x="5388" y="441"/>
                    <a:pt x="5262" y="315"/>
                  </a:cubicBezTo>
                  <a:cubicBezTo>
                    <a:pt x="5073" y="126"/>
                    <a:pt x="4789" y="0"/>
                    <a:pt x="4506" y="0"/>
                  </a:cubicBezTo>
                  <a:close/>
                </a:path>
              </a:pathLst>
            </a:custGeom>
            <a:solidFill>
              <a:schemeClr val="tx1">
                <a:lumMod val="7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77">
                <a:spcBef>
                  <a:spcPct val="0"/>
                </a:spcBef>
                <a:spcAft>
                  <a:spcPct val="0"/>
                </a:spcAft>
                <a:defRPr/>
              </a:pPr>
              <a:endParaRPr>
                <a:solidFill>
                  <a:prstClr val="black">
                    <a:lumMod val="85000"/>
                    <a:lumOff val="15000"/>
                  </a:prstClr>
                </a:solidFill>
                <a:latin typeface="Segoe"/>
                <a:cs typeface="Arial"/>
              </a:endParaRPr>
            </a:p>
          </p:txBody>
        </p:sp>
        <p:sp>
          <p:nvSpPr>
            <p:cNvPr id="18" name="Google Shape;9223;p73">
              <a:extLst>
                <a:ext uri="{FF2B5EF4-FFF2-40B4-BE49-F238E27FC236}">
                  <a16:creationId xmlns:a16="http://schemas.microsoft.com/office/drawing/2014/main" id="{1A6AF9BB-3CDB-A3B2-83EC-B1658BAF7751}"/>
                </a:ext>
              </a:extLst>
            </p:cNvPr>
            <p:cNvSpPr/>
            <p:nvPr/>
          </p:nvSpPr>
          <p:spPr>
            <a:xfrm>
              <a:off x="10623256" y="2976627"/>
              <a:ext cx="95256" cy="89615"/>
            </a:xfrm>
            <a:custGeom>
              <a:avLst/>
              <a:gdLst/>
              <a:ahLst/>
              <a:cxnLst/>
              <a:rect l="l" t="t" r="r" b="b"/>
              <a:pathLst>
                <a:path w="2111" h="1986" extrusionOk="0">
                  <a:moveTo>
                    <a:pt x="406" y="1"/>
                  </a:moveTo>
                  <a:cubicBezTo>
                    <a:pt x="315" y="1"/>
                    <a:pt x="221" y="32"/>
                    <a:pt x="158" y="95"/>
                  </a:cubicBezTo>
                  <a:cubicBezTo>
                    <a:pt x="63" y="190"/>
                    <a:pt x="63" y="442"/>
                    <a:pt x="158" y="568"/>
                  </a:cubicBezTo>
                  <a:lnTo>
                    <a:pt x="599" y="977"/>
                  </a:lnTo>
                  <a:lnTo>
                    <a:pt x="158" y="1418"/>
                  </a:lnTo>
                  <a:cubicBezTo>
                    <a:pt x="0" y="1544"/>
                    <a:pt x="0" y="1733"/>
                    <a:pt x="158" y="1891"/>
                  </a:cubicBezTo>
                  <a:cubicBezTo>
                    <a:pt x="221" y="1954"/>
                    <a:pt x="315" y="1985"/>
                    <a:pt x="406" y="1985"/>
                  </a:cubicBezTo>
                  <a:cubicBezTo>
                    <a:pt x="496" y="1985"/>
                    <a:pt x="583" y="1954"/>
                    <a:pt x="630" y="1891"/>
                  </a:cubicBezTo>
                  <a:lnTo>
                    <a:pt x="1071" y="1450"/>
                  </a:lnTo>
                  <a:lnTo>
                    <a:pt x="1512" y="1891"/>
                  </a:lnTo>
                  <a:cubicBezTo>
                    <a:pt x="1575" y="1954"/>
                    <a:pt x="1662" y="1985"/>
                    <a:pt x="1749" y="1985"/>
                  </a:cubicBezTo>
                  <a:cubicBezTo>
                    <a:pt x="1835" y="1985"/>
                    <a:pt x="1922" y="1954"/>
                    <a:pt x="1985" y="1891"/>
                  </a:cubicBezTo>
                  <a:cubicBezTo>
                    <a:pt x="2111" y="1765"/>
                    <a:pt x="2111" y="1544"/>
                    <a:pt x="1985" y="1418"/>
                  </a:cubicBezTo>
                  <a:lnTo>
                    <a:pt x="1544" y="977"/>
                  </a:lnTo>
                  <a:lnTo>
                    <a:pt x="1985" y="568"/>
                  </a:lnTo>
                  <a:cubicBezTo>
                    <a:pt x="2111" y="442"/>
                    <a:pt x="2111" y="190"/>
                    <a:pt x="1985" y="95"/>
                  </a:cubicBezTo>
                  <a:cubicBezTo>
                    <a:pt x="1922" y="32"/>
                    <a:pt x="1835" y="1"/>
                    <a:pt x="1749" y="1"/>
                  </a:cubicBezTo>
                  <a:cubicBezTo>
                    <a:pt x="1662" y="1"/>
                    <a:pt x="1575" y="32"/>
                    <a:pt x="1512" y="95"/>
                  </a:cubicBezTo>
                  <a:lnTo>
                    <a:pt x="1071" y="505"/>
                  </a:lnTo>
                  <a:lnTo>
                    <a:pt x="630" y="95"/>
                  </a:lnTo>
                  <a:cubicBezTo>
                    <a:pt x="583" y="32"/>
                    <a:pt x="496" y="1"/>
                    <a:pt x="406" y="1"/>
                  </a:cubicBezTo>
                  <a:close/>
                </a:path>
              </a:pathLst>
            </a:custGeom>
            <a:solidFill>
              <a:schemeClr val="tx1">
                <a:lumMod val="7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77">
                <a:spcBef>
                  <a:spcPct val="0"/>
                </a:spcBef>
                <a:spcAft>
                  <a:spcPct val="0"/>
                </a:spcAft>
                <a:defRPr/>
              </a:pPr>
              <a:endParaRPr>
                <a:solidFill>
                  <a:prstClr val="black">
                    <a:lumMod val="85000"/>
                    <a:lumOff val="15000"/>
                  </a:prstClr>
                </a:solidFill>
                <a:latin typeface="Segoe"/>
                <a:cs typeface="Arial"/>
              </a:endParaRPr>
            </a:p>
          </p:txBody>
        </p:sp>
        <p:sp>
          <p:nvSpPr>
            <p:cNvPr id="20" name="Google Shape;9224;p73">
              <a:extLst>
                <a:ext uri="{FF2B5EF4-FFF2-40B4-BE49-F238E27FC236}">
                  <a16:creationId xmlns:a16="http://schemas.microsoft.com/office/drawing/2014/main" id="{36D1B9E0-A8D8-2DC8-803C-1F561C0C0B3C}"/>
                </a:ext>
              </a:extLst>
            </p:cNvPr>
            <p:cNvSpPr/>
            <p:nvPr/>
          </p:nvSpPr>
          <p:spPr>
            <a:xfrm>
              <a:off x="10816565" y="3192723"/>
              <a:ext cx="92459" cy="89615"/>
            </a:xfrm>
            <a:custGeom>
              <a:avLst/>
              <a:gdLst/>
              <a:ahLst/>
              <a:cxnLst/>
              <a:rect l="l" t="t" r="r" b="b"/>
              <a:pathLst>
                <a:path w="2049" h="1986" extrusionOk="0">
                  <a:moveTo>
                    <a:pt x="363" y="0"/>
                  </a:moveTo>
                  <a:cubicBezTo>
                    <a:pt x="276" y="0"/>
                    <a:pt x="190" y="32"/>
                    <a:pt x="127" y="95"/>
                  </a:cubicBezTo>
                  <a:cubicBezTo>
                    <a:pt x="1" y="221"/>
                    <a:pt x="1" y="441"/>
                    <a:pt x="127" y="567"/>
                  </a:cubicBezTo>
                  <a:lnTo>
                    <a:pt x="568" y="1009"/>
                  </a:lnTo>
                  <a:lnTo>
                    <a:pt x="127" y="1450"/>
                  </a:lnTo>
                  <a:cubicBezTo>
                    <a:pt x="1" y="1544"/>
                    <a:pt x="1" y="1796"/>
                    <a:pt x="127" y="1891"/>
                  </a:cubicBezTo>
                  <a:cubicBezTo>
                    <a:pt x="190" y="1954"/>
                    <a:pt x="276" y="1985"/>
                    <a:pt x="363" y="1985"/>
                  </a:cubicBezTo>
                  <a:cubicBezTo>
                    <a:pt x="450" y="1985"/>
                    <a:pt x="536" y="1954"/>
                    <a:pt x="599" y="1891"/>
                  </a:cubicBezTo>
                  <a:lnTo>
                    <a:pt x="1040" y="1481"/>
                  </a:lnTo>
                  <a:lnTo>
                    <a:pt x="1481" y="1891"/>
                  </a:lnTo>
                  <a:cubicBezTo>
                    <a:pt x="1529" y="1954"/>
                    <a:pt x="1615" y="1985"/>
                    <a:pt x="1706" y="1985"/>
                  </a:cubicBezTo>
                  <a:cubicBezTo>
                    <a:pt x="1797" y="1985"/>
                    <a:pt x="1891" y="1954"/>
                    <a:pt x="1954" y="1891"/>
                  </a:cubicBezTo>
                  <a:cubicBezTo>
                    <a:pt x="2049" y="1796"/>
                    <a:pt x="2049" y="1544"/>
                    <a:pt x="1954" y="1450"/>
                  </a:cubicBezTo>
                  <a:lnTo>
                    <a:pt x="1513" y="1009"/>
                  </a:lnTo>
                  <a:lnTo>
                    <a:pt x="1954" y="567"/>
                  </a:lnTo>
                  <a:cubicBezTo>
                    <a:pt x="2049" y="441"/>
                    <a:pt x="2049" y="252"/>
                    <a:pt x="1954" y="95"/>
                  </a:cubicBezTo>
                  <a:cubicBezTo>
                    <a:pt x="1891" y="32"/>
                    <a:pt x="1804" y="0"/>
                    <a:pt x="1718" y="0"/>
                  </a:cubicBezTo>
                  <a:cubicBezTo>
                    <a:pt x="1631" y="0"/>
                    <a:pt x="1544" y="32"/>
                    <a:pt x="1481" y="95"/>
                  </a:cubicBezTo>
                  <a:lnTo>
                    <a:pt x="1040" y="536"/>
                  </a:lnTo>
                  <a:lnTo>
                    <a:pt x="599" y="95"/>
                  </a:lnTo>
                  <a:cubicBezTo>
                    <a:pt x="536" y="32"/>
                    <a:pt x="450" y="0"/>
                    <a:pt x="363" y="0"/>
                  </a:cubicBezTo>
                  <a:close/>
                </a:path>
              </a:pathLst>
            </a:custGeom>
            <a:solidFill>
              <a:schemeClr val="tx1">
                <a:lumMod val="7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77">
                <a:spcBef>
                  <a:spcPct val="0"/>
                </a:spcBef>
                <a:spcAft>
                  <a:spcPct val="0"/>
                </a:spcAft>
                <a:defRPr/>
              </a:pPr>
              <a:endParaRPr>
                <a:solidFill>
                  <a:prstClr val="black">
                    <a:lumMod val="85000"/>
                    <a:lumOff val="15000"/>
                  </a:prstClr>
                </a:solidFill>
                <a:latin typeface="Segoe"/>
                <a:cs typeface="Arial"/>
              </a:endParaRPr>
            </a:p>
          </p:txBody>
        </p:sp>
        <p:sp>
          <p:nvSpPr>
            <p:cNvPr id="22" name="Google Shape;9225;p73">
              <a:extLst>
                <a:ext uri="{FF2B5EF4-FFF2-40B4-BE49-F238E27FC236}">
                  <a16:creationId xmlns:a16="http://schemas.microsoft.com/office/drawing/2014/main" id="{07554ED1-8194-EB65-7480-BDA7A4EF2718}"/>
                </a:ext>
              </a:extLst>
            </p:cNvPr>
            <p:cNvSpPr/>
            <p:nvPr/>
          </p:nvSpPr>
          <p:spPr>
            <a:xfrm>
              <a:off x="10621812" y="2970940"/>
              <a:ext cx="282971" cy="315639"/>
            </a:xfrm>
            <a:custGeom>
              <a:avLst/>
              <a:gdLst/>
              <a:ahLst/>
              <a:cxnLst/>
              <a:rect l="l" t="t" r="r" b="b"/>
              <a:pathLst>
                <a:path w="6271" h="6994" extrusionOk="0">
                  <a:moveTo>
                    <a:pt x="1103" y="5609"/>
                  </a:moveTo>
                  <a:cubicBezTo>
                    <a:pt x="1292" y="5609"/>
                    <a:pt x="1450" y="5766"/>
                    <a:pt x="1450" y="5955"/>
                  </a:cubicBezTo>
                  <a:cubicBezTo>
                    <a:pt x="1450" y="6144"/>
                    <a:pt x="1292" y="6302"/>
                    <a:pt x="1103" y="6302"/>
                  </a:cubicBezTo>
                  <a:cubicBezTo>
                    <a:pt x="914" y="6302"/>
                    <a:pt x="757" y="6144"/>
                    <a:pt x="757" y="5955"/>
                  </a:cubicBezTo>
                  <a:cubicBezTo>
                    <a:pt x="757" y="5766"/>
                    <a:pt x="914" y="5609"/>
                    <a:pt x="1103" y="5609"/>
                  </a:cubicBezTo>
                  <a:close/>
                  <a:moveTo>
                    <a:pt x="5325" y="1"/>
                  </a:moveTo>
                  <a:cubicBezTo>
                    <a:pt x="5230" y="1"/>
                    <a:pt x="5136" y="64"/>
                    <a:pt x="5073" y="127"/>
                  </a:cubicBezTo>
                  <a:lnTo>
                    <a:pt x="4380" y="851"/>
                  </a:lnTo>
                  <a:cubicBezTo>
                    <a:pt x="4254" y="946"/>
                    <a:pt x="4254" y="1198"/>
                    <a:pt x="4380" y="1324"/>
                  </a:cubicBezTo>
                  <a:cubicBezTo>
                    <a:pt x="4443" y="1371"/>
                    <a:pt x="4529" y="1395"/>
                    <a:pt x="4616" y="1395"/>
                  </a:cubicBezTo>
                  <a:cubicBezTo>
                    <a:pt x="4703" y="1395"/>
                    <a:pt x="4789" y="1371"/>
                    <a:pt x="4852" y="1324"/>
                  </a:cubicBezTo>
                  <a:lnTo>
                    <a:pt x="4978" y="1198"/>
                  </a:lnTo>
                  <a:lnTo>
                    <a:pt x="4978" y="2458"/>
                  </a:lnTo>
                  <a:cubicBezTo>
                    <a:pt x="4978" y="2647"/>
                    <a:pt x="4821" y="2805"/>
                    <a:pt x="4600" y="2805"/>
                  </a:cubicBezTo>
                  <a:lnTo>
                    <a:pt x="1765" y="2805"/>
                  </a:lnTo>
                  <a:cubicBezTo>
                    <a:pt x="1513" y="2805"/>
                    <a:pt x="1229" y="2931"/>
                    <a:pt x="1040" y="3120"/>
                  </a:cubicBezTo>
                  <a:cubicBezTo>
                    <a:pt x="820" y="3309"/>
                    <a:pt x="725" y="3592"/>
                    <a:pt x="725" y="3876"/>
                  </a:cubicBezTo>
                  <a:lnTo>
                    <a:pt x="725" y="4978"/>
                  </a:lnTo>
                  <a:cubicBezTo>
                    <a:pt x="316" y="5136"/>
                    <a:pt x="1" y="5482"/>
                    <a:pt x="1" y="5955"/>
                  </a:cubicBezTo>
                  <a:cubicBezTo>
                    <a:pt x="1" y="6554"/>
                    <a:pt x="473" y="6995"/>
                    <a:pt x="1040" y="6995"/>
                  </a:cubicBezTo>
                  <a:cubicBezTo>
                    <a:pt x="1607" y="6995"/>
                    <a:pt x="2048" y="6522"/>
                    <a:pt x="2048" y="5955"/>
                  </a:cubicBezTo>
                  <a:cubicBezTo>
                    <a:pt x="2048" y="5514"/>
                    <a:pt x="1765" y="5136"/>
                    <a:pt x="1355" y="4978"/>
                  </a:cubicBezTo>
                  <a:lnTo>
                    <a:pt x="1355" y="3876"/>
                  </a:lnTo>
                  <a:cubicBezTo>
                    <a:pt x="1355" y="3687"/>
                    <a:pt x="1513" y="3529"/>
                    <a:pt x="1702" y="3529"/>
                  </a:cubicBezTo>
                  <a:lnTo>
                    <a:pt x="4537" y="3529"/>
                  </a:lnTo>
                  <a:cubicBezTo>
                    <a:pt x="5136" y="3529"/>
                    <a:pt x="5545" y="3057"/>
                    <a:pt x="5545" y="2490"/>
                  </a:cubicBezTo>
                  <a:lnTo>
                    <a:pt x="5545" y="1229"/>
                  </a:lnTo>
                  <a:lnTo>
                    <a:pt x="5671" y="1355"/>
                  </a:lnTo>
                  <a:cubicBezTo>
                    <a:pt x="5734" y="1418"/>
                    <a:pt x="5821" y="1450"/>
                    <a:pt x="5908" y="1450"/>
                  </a:cubicBezTo>
                  <a:cubicBezTo>
                    <a:pt x="5994" y="1450"/>
                    <a:pt x="6081" y="1418"/>
                    <a:pt x="6144" y="1355"/>
                  </a:cubicBezTo>
                  <a:cubicBezTo>
                    <a:pt x="6270" y="1229"/>
                    <a:pt x="6270" y="1009"/>
                    <a:pt x="6144" y="883"/>
                  </a:cubicBezTo>
                  <a:lnTo>
                    <a:pt x="5545" y="127"/>
                  </a:lnTo>
                  <a:cubicBezTo>
                    <a:pt x="5482" y="64"/>
                    <a:pt x="5388" y="1"/>
                    <a:pt x="5325" y="1"/>
                  </a:cubicBezTo>
                  <a:close/>
                </a:path>
              </a:pathLst>
            </a:custGeom>
            <a:solidFill>
              <a:schemeClr val="tx1">
                <a:lumMod val="7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77">
                <a:spcBef>
                  <a:spcPct val="0"/>
                </a:spcBef>
                <a:spcAft>
                  <a:spcPct val="0"/>
                </a:spcAft>
                <a:defRPr/>
              </a:pPr>
              <a:endParaRPr>
                <a:solidFill>
                  <a:prstClr val="black">
                    <a:lumMod val="85000"/>
                    <a:lumOff val="15000"/>
                  </a:prstClr>
                </a:solidFill>
                <a:latin typeface="Segoe"/>
                <a:cs typeface="Arial"/>
              </a:endParaRPr>
            </a:p>
          </p:txBody>
        </p:sp>
        <p:sp>
          <p:nvSpPr>
            <p:cNvPr id="23" name="Google Shape;9226;p73">
              <a:extLst>
                <a:ext uri="{FF2B5EF4-FFF2-40B4-BE49-F238E27FC236}">
                  <a16:creationId xmlns:a16="http://schemas.microsoft.com/office/drawing/2014/main" id="{A5D4C384-34F3-DF5F-55EE-7F7DB9BD5CD4}"/>
                </a:ext>
              </a:extLst>
            </p:cNvPr>
            <p:cNvSpPr/>
            <p:nvPr/>
          </p:nvSpPr>
          <p:spPr>
            <a:xfrm>
              <a:off x="11004235" y="2941115"/>
              <a:ext cx="95301" cy="376735"/>
            </a:xfrm>
            <a:custGeom>
              <a:avLst/>
              <a:gdLst/>
              <a:ahLst/>
              <a:cxnLst/>
              <a:rect l="l" t="t" r="r" b="b"/>
              <a:pathLst>
                <a:path w="2112" h="8349" extrusionOk="0">
                  <a:moveTo>
                    <a:pt x="1009" y="662"/>
                  </a:moveTo>
                  <a:cubicBezTo>
                    <a:pt x="1229" y="662"/>
                    <a:pt x="1387" y="819"/>
                    <a:pt x="1387" y="1040"/>
                  </a:cubicBezTo>
                  <a:lnTo>
                    <a:pt x="1387" y="1386"/>
                  </a:lnTo>
                  <a:lnTo>
                    <a:pt x="662" y="1386"/>
                  </a:lnTo>
                  <a:lnTo>
                    <a:pt x="662" y="1040"/>
                  </a:lnTo>
                  <a:cubicBezTo>
                    <a:pt x="662" y="819"/>
                    <a:pt x="820" y="662"/>
                    <a:pt x="1009" y="662"/>
                  </a:cubicBezTo>
                  <a:close/>
                  <a:moveTo>
                    <a:pt x="1387" y="2048"/>
                  </a:moveTo>
                  <a:lnTo>
                    <a:pt x="1387" y="6017"/>
                  </a:lnTo>
                  <a:cubicBezTo>
                    <a:pt x="1261" y="5986"/>
                    <a:pt x="1142" y="5970"/>
                    <a:pt x="1024" y="5970"/>
                  </a:cubicBezTo>
                  <a:cubicBezTo>
                    <a:pt x="906" y="5970"/>
                    <a:pt x="788" y="5986"/>
                    <a:pt x="662" y="6017"/>
                  </a:cubicBezTo>
                  <a:lnTo>
                    <a:pt x="662" y="2048"/>
                  </a:lnTo>
                  <a:close/>
                  <a:moveTo>
                    <a:pt x="1009" y="6711"/>
                  </a:moveTo>
                  <a:cubicBezTo>
                    <a:pt x="1103" y="6711"/>
                    <a:pt x="1166" y="6711"/>
                    <a:pt x="1261" y="6742"/>
                  </a:cubicBezTo>
                  <a:lnTo>
                    <a:pt x="1009" y="7246"/>
                  </a:lnTo>
                  <a:lnTo>
                    <a:pt x="788" y="6742"/>
                  </a:lnTo>
                  <a:cubicBezTo>
                    <a:pt x="851" y="6711"/>
                    <a:pt x="946" y="6711"/>
                    <a:pt x="1009" y="6711"/>
                  </a:cubicBezTo>
                  <a:close/>
                  <a:moveTo>
                    <a:pt x="1009" y="0"/>
                  </a:moveTo>
                  <a:cubicBezTo>
                    <a:pt x="441" y="0"/>
                    <a:pt x="0" y="473"/>
                    <a:pt x="0" y="1040"/>
                  </a:cubicBezTo>
                  <a:lnTo>
                    <a:pt x="0" y="6616"/>
                  </a:lnTo>
                  <a:cubicBezTo>
                    <a:pt x="0" y="6648"/>
                    <a:pt x="0" y="6742"/>
                    <a:pt x="32" y="6774"/>
                  </a:cubicBezTo>
                  <a:lnTo>
                    <a:pt x="757" y="8160"/>
                  </a:lnTo>
                  <a:cubicBezTo>
                    <a:pt x="788" y="8286"/>
                    <a:pt x="946" y="8349"/>
                    <a:pt x="1040" y="8349"/>
                  </a:cubicBezTo>
                  <a:cubicBezTo>
                    <a:pt x="1166" y="8349"/>
                    <a:pt x="1292" y="8286"/>
                    <a:pt x="1355" y="8160"/>
                  </a:cubicBezTo>
                  <a:lnTo>
                    <a:pt x="2080" y="6774"/>
                  </a:lnTo>
                  <a:cubicBezTo>
                    <a:pt x="2111" y="6742"/>
                    <a:pt x="2111" y="6648"/>
                    <a:pt x="2111" y="6616"/>
                  </a:cubicBezTo>
                  <a:lnTo>
                    <a:pt x="2111" y="1040"/>
                  </a:lnTo>
                  <a:cubicBezTo>
                    <a:pt x="2048" y="473"/>
                    <a:pt x="1576" y="0"/>
                    <a:pt x="1009" y="0"/>
                  </a:cubicBezTo>
                  <a:close/>
                </a:path>
              </a:pathLst>
            </a:custGeom>
            <a:solidFill>
              <a:schemeClr val="tx1">
                <a:lumMod val="75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defTabSz="914377">
                <a:spcBef>
                  <a:spcPct val="0"/>
                </a:spcBef>
                <a:spcAft>
                  <a:spcPct val="0"/>
                </a:spcAft>
                <a:defRPr/>
              </a:pPr>
              <a:endParaRPr>
                <a:solidFill>
                  <a:prstClr val="black">
                    <a:lumMod val="85000"/>
                    <a:lumOff val="15000"/>
                  </a:prstClr>
                </a:solidFill>
                <a:latin typeface="Segoe"/>
                <a:cs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093777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0D5FF4-869B-C31C-02BD-7B18A468A6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92DA84E4-63B9-66DD-21D3-7CB2139A7B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401DA4D-2A77-9E20-D521-9B103CD258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2835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 descr="A logo for a university&#10;&#10;AI-generated content may be incorrect.">
            <a:extLst>
              <a:ext uri="{FF2B5EF4-FFF2-40B4-BE49-F238E27FC236}">
                <a16:creationId xmlns:a16="http://schemas.microsoft.com/office/drawing/2014/main" id="{1CBFD49D-7FF5-D6DD-E220-A9909780AE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663" y="0"/>
            <a:ext cx="1524000" cy="76850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821AA54-2CE8-8884-3670-A7BD10E06AF6}"/>
              </a:ext>
            </a:extLst>
          </p:cNvPr>
          <p:cNvSpPr txBox="1"/>
          <p:nvPr/>
        </p:nvSpPr>
        <p:spPr>
          <a:xfrm>
            <a:off x="3790950" y="1298094"/>
            <a:ext cx="46101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/>
              <a:t>Thank You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574AF77-5629-D7A9-93A4-7A5B230DF25B}"/>
              </a:ext>
            </a:extLst>
          </p:cNvPr>
          <p:cNvSpPr txBox="1"/>
          <p:nvPr/>
        </p:nvSpPr>
        <p:spPr>
          <a:xfrm>
            <a:off x="5401738" y="3213801"/>
            <a:ext cx="138852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800"/>
              <a:t>Q&amp;A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88CC219-9973-23DF-4354-BCDFBB6425B7}"/>
              </a:ext>
            </a:extLst>
          </p:cNvPr>
          <p:cNvSpPr txBox="1"/>
          <p:nvPr/>
        </p:nvSpPr>
        <p:spPr>
          <a:xfrm>
            <a:off x="2888870" y="6210300"/>
            <a:ext cx="64142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/>
              <a:t>GitHub: BlueCloudK/OEM-EV-Warranty-Management-System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40EFECF-7882-BBD5-4E87-A7BDA2F76A38}"/>
              </a:ext>
            </a:extLst>
          </p:cNvPr>
          <p:cNvSpPr txBox="1"/>
          <p:nvPr/>
        </p:nvSpPr>
        <p:spPr>
          <a:xfrm>
            <a:off x="4027163" y="2614866"/>
            <a:ext cx="41376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/>
              <a:t>OEM EV Warranty Management System</a:t>
            </a:r>
          </a:p>
        </p:txBody>
      </p:sp>
      <p:pic>
        <p:nvPicPr>
          <p:cNvPr id="13" name="Picture 12" descr="A qr code with dots&#10;&#10;AI-generated content may be incorrect.">
            <a:extLst>
              <a:ext uri="{FF2B5EF4-FFF2-40B4-BE49-F238E27FC236}">
                <a16:creationId xmlns:a16="http://schemas.microsoft.com/office/drawing/2014/main" id="{1E2CF6D6-90F5-946E-5D9C-2BBF472D1B7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4906" y="4018606"/>
            <a:ext cx="2262187" cy="2262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1715834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180</TotalTime>
  <Words>187</Words>
  <Application>Microsoft Office PowerPoint</Application>
  <PresentationFormat>Widescreen</PresentationFormat>
  <Paragraphs>56</Paragraphs>
  <Slides>13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Grandview Display (Body)</vt:lpstr>
      <vt:lpstr>Segoe</vt:lpstr>
      <vt:lpstr>Aptos</vt:lpstr>
      <vt:lpstr>Arial</vt:lpstr>
      <vt:lpstr>Grandview Display</vt:lpstr>
      <vt:lpstr>Segoe UI</vt:lpstr>
      <vt:lpstr>DashVTI</vt:lpstr>
      <vt:lpstr>OEM EV Warranty Management System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Thành Kiên Nguyễn</dc:creator>
  <cp:lastModifiedBy>Thành Kiên Nguyễn</cp:lastModifiedBy>
  <cp:revision>1</cp:revision>
  <dcterms:created xsi:type="dcterms:W3CDTF">2025-11-11T05:47:32Z</dcterms:created>
  <dcterms:modified xsi:type="dcterms:W3CDTF">2025-11-11T08:48:28Z</dcterms:modified>
</cp:coreProperties>
</file>